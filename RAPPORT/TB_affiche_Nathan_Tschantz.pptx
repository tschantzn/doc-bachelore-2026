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4"/>
  </p:sldMasterIdLst>
  <p:notesMasterIdLst>
    <p:notesMasterId r:id="rId6"/>
  </p:notesMasterIdLst>
  <p:sldIdLst>
    <p:sldId id="256" r:id="rId5"/>
  </p:sldIdLst>
  <p:sldSz cx="10691813" cy="1511935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A322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047"/>
    <p:restoredTop sz="94720"/>
  </p:normalViewPr>
  <p:slideViewPr>
    <p:cSldViewPr snapToGrid="0">
      <p:cViewPr>
        <p:scale>
          <a:sx n="100" d="100"/>
          <a:sy n="100" d="100"/>
        </p:scale>
        <p:origin x="3396" y="-19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presProps" Target="pres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notesMaster" Target="notesMasters/notesMaster1.xml"/><Relationship Id="rId5" Type="http://schemas.openxmlformats.org/officeDocument/2006/relationships/slide" Target="slides/slide1.xml"/><Relationship Id="rId10"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CH"/>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8A9F4A2-E97A-F248-AE61-52986AC63982}" type="datetimeFigureOut">
              <a:rPr lang="fr-CH" smtClean="0"/>
              <a:t>20.07.2026</a:t>
            </a:fld>
            <a:endParaRPr lang="fr-CH"/>
          </a:p>
        </p:txBody>
      </p:sp>
      <p:sp>
        <p:nvSpPr>
          <p:cNvPr id="4" name="Espace réservé de l'image des diapositives 3"/>
          <p:cNvSpPr>
            <a:spLocks noGrp="1" noRot="1" noChangeAspect="1"/>
          </p:cNvSpPr>
          <p:nvPr>
            <p:ph type="sldImg" idx="2"/>
          </p:nvPr>
        </p:nvSpPr>
        <p:spPr>
          <a:xfrm>
            <a:off x="2338388" y="1143000"/>
            <a:ext cx="2181225" cy="3086100"/>
          </a:xfrm>
          <a:prstGeom prst="rect">
            <a:avLst/>
          </a:prstGeom>
          <a:noFill/>
          <a:ln w="12700">
            <a:solidFill>
              <a:prstClr val="black"/>
            </a:solidFill>
          </a:ln>
        </p:spPr>
        <p:txBody>
          <a:bodyPr vert="horz" lIns="91440" tIns="45720" rIns="91440" bIns="45720" rtlCol="0" anchor="ctr"/>
          <a:lstStyle/>
          <a:p>
            <a:endParaRPr lang="fr-CH"/>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fr-CH"/>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CH"/>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FC30AC5-E626-804F-97D0-453F8A497CE6}" type="slidenum">
              <a:rPr lang="fr-CH" smtClean="0"/>
              <a:t>‹N°›</a:t>
            </a:fld>
            <a:endParaRPr lang="fr-CH"/>
          </a:p>
        </p:txBody>
      </p:sp>
    </p:spTree>
    <p:extLst>
      <p:ext uri="{BB962C8B-B14F-4D97-AF65-F5344CB8AC3E}">
        <p14:creationId xmlns:p14="http://schemas.microsoft.com/office/powerpoint/2010/main" val="222068247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CH" dirty="0"/>
          </a:p>
        </p:txBody>
      </p:sp>
      <p:sp>
        <p:nvSpPr>
          <p:cNvPr id="4" name="Espace réservé du numéro de diapositive 3"/>
          <p:cNvSpPr>
            <a:spLocks noGrp="1"/>
          </p:cNvSpPr>
          <p:nvPr>
            <p:ph type="sldNum" sz="quarter" idx="5"/>
          </p:nvPr>
        </p:nvSpPr>
        <p:spPr/>
        <p:txBody>
          <a:bodyPr/>
          <a:lstStyle/>
          <a:p>
            <a:fld id="{8FC30AC5-E626-804F-97D0-453F8A497CE6}" type="slidenum">
              <a:rPr lang="fr-CH" smtClean="0"/>
              <a:t>1</a:t>
            </a:fld>
            <a:endParaRPr lang="fr-CH"/>
          </a:p>
        </p:txBody>
      </p:sp>
    </p:spTree>
    <p:extLst>
      <p:ext uri="{BB962C8B-B14F-4D97-AF65-F5344CB8AC3E}">
        <p14:creationId xmlns:p14="http://schemas.microsoft.com/office/powerpoint/2010/main" val="47073362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le 1"/>
          <p:cNvSpPr>
            <a:spLocks noGrp="1"/>
          </p:cNvSpPr>
          <p:nvPr>
            <p:ph type="ctrTitle"/>
          </p:nvPr>
        </p:nvSpPr>
        <p:spPr>
          <a:xfrm>
            <a:off x="801886" y="2474395"/>
            <a:ext cx="9088041" cy="5263774"/>
          </a:xfrm>
        </p:spPr>
        <p:txBody>
          <a:bodyPr anchor="b"/>
          <a:lstStyle>
            <a:lvl1pPr algn="ctr">
              <a:defRPr sz="7016"/>
            </a:lvl1pPr>
          </a:lstStyle>
          <a:p>
            <a:r>
              <a:rPr lang="fr-FR"/>
              <a:t>Modifiez le style du titre</a:t>
            </a:r>
            <a:endParaRPr lang="en-US" dirty="0"/>
          </a:p>
        </p:txBody>
      </p:sp>
      <p:sp>
        <p:nvSpPr>
          <p:cNvPr id="3" name="Subtitle 2"/>
          <p:cNvSpPr>
            <a:spLocks noGrp="1"/>
          </p:cNvSpPr>
          <p:nvPr>
            <p:ph type="subTitle" idx="1"/>
          </p:nvPr>
        </p:nvSpPr>
        <p:spPr>
          <a:xfrm>
            <a:off x="1336477" y="7941160"/>
            <a:ext cx="8018860" cy="3650342"/>
          </a:xfrm>
        </p:spPr>
        <p:txBody>
          <a:bodyPr/>
          <a:lstStyle>
            <a:lvl1pPr marL="0" indent="0" algn="ctr">
              <a:buNone/>
              <a:defRPr sz="2806"/>
            </a:lvl1pPr>
            <a:lvl2pPr marL="534604" indent="0" algn="ctr">
              <a:buNone/>
              <a:defRPr sz="2339"/>
            </a:lvl2pPr>
            <a:lvl3pPr marL="1069208" indent="0" algn="ctr">
              <a:buNone/>
              <a:defRPr sz="2105"/>
            </a:lvl3pPr>
            <a:lvl4pPr marL="1603812" indent="0" algn="ctr">
              <a:buNone/>
              <a:defRPr sz="1871"/>
            </a:lvl4pPr>
            <a:lvl5pPr marL="2138416" indent="0" algn="ctr">
              <a:buNone/>
              <a:defRPr sz="1871"/>
            </a:lvl5pPr>
            <a:lvl6pPr marL="2673020" indent="0" algn="ctr">
              <a:buNone/>
              <a:defRPr sz="1871"/>
            </a:lvl6pPr>
            <a:lvl7pPr marL="3207624" indent="0" algn="ctr">
              <a:buNone/>
              <a:defRPr sz="1871"/>
            </a:lvl7pPr>
            <a:lvl8pPr marL="3742228" indent="0" algn="ctr">
              <a:buNone/>
              <a:defRPr sz="1871"/>
            </a:lvl8pPr>
            <a:lvl9pPr marL="4276832" indent="0" algn="ctr">
              <a:buNone/>
              <a:defRPr sz="1871"/>
            </a:lvl9pPr>
          </a:lstStyle>
          <a:p>
            <a:r>
              <a:rPr lang="fr-FR"/>
              <a:t>Modifiez le style des sous-titres du masque</a:t>
            </a:r>
            <a:endParaRPr lang="en-US" dirty="0"/>
          </a:p>
        </p:txBody>
      </p:sp>
      <p:sp>
        <p:nvSpPr>
          <p:cNvPr id="4" name="Date Placeholder 3"/>
          <p:cNvSpPr>
            <a:spLocks noGrp="1"/>
          </p:cNvSpPr>
          <p:nvPr>
            <p:ph type="dt" sz="half" idx="10"/>
          </p:nvPr>
        </p:nvSpPr>
        <p:spPr/>
        <p:txBody>
          <a:bodyPr/>
          <a:lstStyle/>
          <a:p>
            <a:fld id="{4F500F00-1D35-254B-9117-3FE363B8C978}" type="datetimeFigureOut">
              <a:rPr lang="fr-CH" smtClean="0"/>
              <a:t>20.07.2026</a:t>
            </a:fld>
            <a:endParaRPr lang="fr-CH"/>
          </a:p>
        </p:txBody>
      </p:sp>
      <p:sp>
        <p:nvSpPr>
          <p:cNvPr id="5" name="Footer Placeholder 4"/>
          <p:cNvSpPr>
            <a:spLocks noGrp="1"/>
          </p:cNvSpPr>
          <p:nvPr>
            <p:ph type="ftr" sz="quarter" idx="11"/>
          </p:nvPr>
        </p:nvSpPr>
        <p:spPr/>
        <p:txBody>
          <a:bodyPr/>
          <a:lstStyle/>
          <a:p>
            <a:endParaRPr lang="fr-CH"/>
          </a:p>
        </p:txBody>
      </p:sp>
      <p:sp>
        <p:nvSpPr>
          <p:cNvPr id="6" name="Slide Number Placeholder 5"/>
          <p:cNvSpPr>
            <a:spLocks noGrp="1"/>
          </p:cNvSpPr>
          <p:nvPr>
            <p:ph type="sldNum" sz="quarter" idx="12"/>
          </p:nvPr>
        </p:nvSpPr>
        <p:spPr/>
        <p:txBody>
          <a:bodyPr/>
          <a:lstStyle/>
          <a:p>
            <a:fld id="{B21E756A-21A2-7C45-860C-89E44924FE31}" type="slidenum">
              <a:rPr lang="fr-CH" smtClean="0"/>
              <a:t>‹N°›</a:t>
            </a:fld>
            <a:endParaRPr lang="fr-CH"/>
          </a:p>
        </p:txBody>
      </p:sp>
    </p:spTree>
    <p:extLst>
      <p:ext uri="{BB962C8B-B14F-4D97-AF65-F5344CB8AC3E}">
        <p14:creationId xmlns:p14="http://schemas.microsoft.com/office/powerpoint/2010/main" val="317513256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4F500F00-1D35-254B-9117-3FE363B8C978}" type="datetimeFigureOut">
              <a:rPr lang="fr-CH" smtClean="0"/>
              <a:t>20.07.2026</a:t>
            </a:fld>
            <a:endParaRPr lang="fr-CH"/>
          </a:p>
        </p:txBody>
      </p:sp>
      <p:sp>
        <p:nvSpPr>
          <p:cNvPr id="5" name="Footer Placeholder 4"/>
          <p:cNvSpPr>
            <a:spLocks noGrp="1"/>
          </p:cNvSpPr>
          <p:nvPr>
            <p:ph type="ftr" sz="quarter" idx="11"/>
          </p:nvPr>
        </p:nvSpPr>
        <p:spPr/>
        <p:txBody>
          <a:bodyPr/>
          <a:lstStyle/>
          <a:p>
            <a:endParaRPr lang="fr-CH"/>
          </a:p>
        </p:txBody>
      </p:sp>
      <p:sp>
        <p:nvSpPr>
          <p:cNvPr id="6" name="Slide Number Placeholder 5"/>
          <p:cNvSpPr>
            <a:spLocks noGrp="1"/>
          </p:cNvSpPr>
          <p:nvPr>
            <p:ph type="sldNum" sz="quarter" idx="12"/>
          </p:nvPr>
        </p:nvSpPr>
        <p:spPr/>
        <p:txBody>
          <a:bodyPr/>
          <a:lstStyle/>
          <a:p>
            <a:fld id="{B21E756A-21A2-7C45-860C-89E44924FE31}" type="slidenum">
              <a:rPr lang="fr-CH" smtClean="0"/>
              <a:t>‹N°›</a:t>
            </a:fld>
            <a:endParaRPr lang="fr-CH"/>
          </a:p>
        </p:txBody>
      </p:sp>
    </p:spTree>
    <p:extLst>
      <p:ext uri="{BB962C8B-B14F-4D97-AF65-F5344CB8AC3E}">
        <p14:creationId xmlns:p14="http://schemas.microsoft.com/office/powerpoint/2010/main" val="317651291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le 1"/>
          <p:cNvSpPr>
            <a:spLocks noGrp="1"/>
          </p:cNvSpPr>
          <p:nvPr>
            <p:ph type="title"/>
          </p:nvPr>
        </p:nvSpPr>
        <p:spPr>
          <a:xfrm>
            <a:off x="729494" y="3769342"/>
            <a:ext cx="9221689" cy="6289229"/>
          </a:xfrm>
        </p:spPr>
        <p:txBody>
          <a:bodyPr anchor="b"/>
          <a:lstStyle>
            <a:lvl1pPr>
              <a:defRPr sz="7016"/>
            </a:lvl1pPr>
          </a:lstStyle>
          <a:p>
            <a:r>
              <a:rPr lang="fr-FR"/>
              <a:t>Modifiez le style du titre</a:t>
            </a:r>
            <a:endParaRPr lang="en-US" dirty="0"/>
          </a:p>
        </p:txBody>
      </p:sp>
      <p:sp>
        <p:nvSpPr>
          <p:cNvPr id="3" name="Text Placeholder 2"/>
          <p:cNvSpPr>
            <a:spLocks noGrp="1"/>
          </p:cNvSpPr>
          <p:nvPr>
            <p:ph type="body" idx="1"/>
          </p:nvPr>
        </p:nvSpPr>
        <p:spPr>
          <a:xfrm>
            <a:off x="729494" y="10118069"/>
            <a:ext cx="9221689" cy="3307357"/>
          </a:xfrm>
        </p:spPr>
        <p:txBody>
          <a:bodyPr/>
          <a:lstStyle>
            <a:lvl1pPr marL="0" indent="0">
              <a:buNone/>
              <a:defRPr sz="2806">
                <a:solidFill>
                  <a:schemeClr val="tx1">
                    <a:tint val="82000"/>
                  </a:schemeClr>
                </a:solidFill>
              </a:defRPr>
            </a:lvl1pPr>
            <a:lvl2pPr marL="534604" indent="0">
              <a:buNone/>
              <a:defRPr sz="2339">
                <a:solidFill>
                  <a:schemeClr val="tx1">
                    <a:tint val="82000"/>
                  </a:schemeClr>
                </a:solidFill>
              </a:defRPr>
            </a:lvl2pPr>
            <a:lvl3pPr marL="1069208" indent="0">
              <a:buNone/>
              <a:defRPr sz="2105">
                <a:solidFill>
                  <a:schemeClr val="tx1">
                    <a:tint val="82000"/>
                  </a:schemeClr>
                </a:solidFill>
              </a:defRPr>
            </a:lvl3pPr>
            <a:lvl4pPr marL="1603812" indent="0">
              <a:buNone/>
              <a:defRPr sz="1871">
                <a:solidFill>
                  <a:schemeClr val="tx1">
                    <a:tint val="82000"/>
                  </a:schemeClr>
                </a:solidFill>
              </a:defRPr>
            </a:lvl4pPr>
            <a:lvl5pPr marL="2138416" indent="0">
              <a:buNone/>
              <a:defRPr sz="1871">
                <a:solidFill>
                  <a:schemeClr val="tx1">
                    <a:tint val="82000"/>
                  </a:schemeClr>
                </a:solidFill>
              </a:defRPr>
            </a:lvl5pPr>
            <a:lvl6pPr marL="2673020" indent="0">
              <a:buNone/>
              <a:defRPr sz="1871">
                <a:solidFill>
                  <a:schemeClr val="tx1">
                    <a:tint val="82000"/>
                  </a:schemeClr>
                </a:solidFill>
              </a:defRPr>
            </a:lvl6pPr>
            <a:lvl7pPr marL="3207624" indent="0">
              <a:buNone/>
              <a:defRPr sz="1871">
                <a:solidFill>
                  <a:schemeClr val="tx1">
                    <a:tint val="82000"/>
                  </a:schemeClr>
                </a:solidFill>
              </a:defRPr>
            </a:lvl7pPr>
            <a:lvl8pPr marL="3742228" indent="0">
              <a:buNone/>
              <a:defRPr sz="1871">
                <a:solidFill>
                  <a:schemeClr val="tx1">
                    <a:tint val="82000"/>
                  </a:schemeClr>
                </a:solidFill>
              </a:defRPr>
            </a:lvl8pPr>
            <a:lvl9pPr marL="4276832" indent="0">
              <a:buNone/>
              <a:defRPr sz="1871">
                <a:solidFill>
                  <a:schemeClr val="tx1">
                    <a:tint val="82000"/>
                  </a:schemeClr>
                </a:solidFill>
              </a:defRPr>
            </a:lvl9pPr>
          </a:lstStyle>
          <a:p>
            <a:pPr lvl="0"/>
            <a:r>
              <a:rPr lang="fr-FR"/>
              <a:t>Cliquez pour modifier les styles du texte du masque</a:t>
            </a:r>
          </a:p>
        </p:txBody>
      </p:sp>
      <p:sp>
        <p:nvSpPr>
          <p:cNvPr id="4" name="Date Placeholder 3"/>
          <p:cNvSpPr>
            <a:spLocks noGrp="1"/>
          </p:cNvSpPr>
          <p:nvPr>
            <p:ph type="dt" sz="half" idx="10"/>
          </p:nvPr>
        </p:nvSpPr>
        <p:spPr/>
        <p:txBody>
          <a:bodyPr/>
          <a:lstStyle/>
          <a:p>
            <a:fld id="{4F500F00-1D35-254B-9117-3FE363B8C978}" type="datetimeFigureOut">
              <a:rPr lang="fr-CH" smtClean="0"/>
              <a:t>20.07.2026</a:t>
            </a:fld>
            <a:endParaRPr lang="fr-CH"/>
          </a:p>
        </p:txBody>
      </p:sp>
      <p:sp>
        <p:nvSpPr>
          <p:cNvPr id="5" name="Footer Placeholder 4"/>
          <p:cNvSpPr>
            <a:spLocks noGrp="1"/>
          </p:cNvSpPr>
          <p:nvPr>
            <p:ph type="ftr" sz="quarter" idx="11"/>
          </p:nvPr>
        </p:nvSpPr>
        <p:spPr/>
        <p:txBody>
          <a:bodyPr/>
          <a:lstStyle/>
          <a:p>
            <a:endParaRPr lang="fr-CH"/>
          </a:p>
        </p:txBody>
      </p:sp>
      <p:sp>
        <p:nvSpPr>
          <p:cNvPr id="6" name="Slide Number Placeholder 5"/>
          <p:cNvSpPr>
            <a:spLocks noGrp="1"/>
          </p:cNvSpPr>
          <p:nvPr>
            <p:ph type="sldNum" sz="quarter" idx="12"/>
          </p:nvPr>
        </p:nvSpPr>
        <p:spPr/>
        <p:txBody>
          <a:bodyPr/>
          <a:lstStyle/>
          <a:p>
            <a:fld id="{B21E756A-21A2-7C45-860C-89E44924FE31}" type="slidenum">
              <a:rPr lang="fr-CH" smtClean="0"/>
              <a:t>‹N°›</a:t>
            </a:fld>
            <a:endParaRPr lang="fr-CH"/>
          </a:p>
        </p:txBody>
      </p:sp>
    </p:spTree>
    <p:extLst>
      <p:ext uri="{BB962C8B-B14F-4D97-AF65-F5344CB8AC3E}">
        <p14:creationId xmlns:p14="http://schemas.microsoft.com/office/powerpoint/2010/main" val="4283995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sz="half" idx="1"/>
          </p:nvPr>
        </p:nvSpPr>
        <p:spPr>
          <a:xfrm>
            <a:off x="735062" y="4024827"/>
            <a:ext cx="4544021" cy="9593089"/>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Content Placeholder 3"/>
          <p:cNvSpPr>
            <a:spLocks noGrp="1"/>
          </p:cNvSpPr>
          <p:nvPr>
            <p:ph sz="half" idx="2"/>
          </p:nvPr>
        </p:nvSpPr>
        <p:spPr>
          <a:xfrm>
            <a:off x="5412730" y="4024827"/>
            <a:ext cx="4544021" cy="9593089"/>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Date Placeholder 4"/>
          <p:cNvSpPr>
            <a:spLocks noGrp="1"/>
          </p:cNvSpPr>
          <p:nvPr>
            <p:ph type="dt" sz="half" idx="10"/>
          </p:nvPr>
        </p:nvSpPr>
        <p:spPr/>
        <p:txBody>
          <a:bodyPr/>
          <a:lstStyle/>
          <a:p>
            <a:fld id="{4F500F00-1D35-254B-9117-3FE363B8C978}" type="datetimeFigureOut">
              <a:rPr lang="fr-CH" smtClean="0"/>
              <a:t>20.07.2026</a:t>
            </a:fld>
            <a:endParaRPr lang="fr-CH"/>
          </a:p>
        </p:txBody>
      </p:sp>
      <p:sp>
        <p:nvSpPr>
          <p:cNvPr id="6" name="Footer Placeholder 5"/>
          <p:cNvSpPr>
            <a:spLocks noGrp="1"/>
          </p:cNvSpPr>
          <p:nvPr>
            <p:ph type="ftr" sz="quarter" idx="11"/>
          </p:nvPr>
        </p:nvSpPr>
        <p:spPr/>
        <p:txBody>
          <a:bodyPr/>
          <a:lstStyle/>
          <a:p>
            <a:endParaRPr lang="fr-CH"/>
          </a:p>
        </p:txBody>
      </p:sp>
      <p:sp>
        <p:nvSpPr>
          <p:cNvPr id="7" name="Slide Number Placeholder 6"/>
          <p:cNvSpPr>
            <a:spLocks noGrp="1"/>
          </p:cNvSpPr>
          <p:nvPr>
            <p:ph type="sldNum" sz="quarter" idx="12"/>
          </p:nvPr>
        </p:nvSpPr>
        <p:spPr/>
        <p:txBody>
          <a:bodyPr/>
          <a:lstStyle/>
          <a:p>
            <a:fld id="{B21E756A-21A2-7C45-860C-89E44924FE31}" type="slidenum">
              <a:rPr lang="fr-CH" smtClean="0"/>
              <a:t>‹N°›</a:t>
            </a:fld>
            <a:endParaRPr lang="fr-CH"/>
          </a:p>
        </p:txBody>
      </p:sp>
    </p:spTree>
    <p:extLst>
      <p:ext uri="{BB962C8B-B14F-4D97-AF65-F5344CB8AC3E}">
        <p14:creationId xmlns:p14="http://schemas.microsoft.com/office/powerpoint/2010/main" val="41314624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le 1"/>
          <p:cNvSpPr>
            <a:spLocks noGrp="1"/>
          </p:cNvSpPr>
          <p:nvPr>
            <p:ph type="title"/>
          </p:nvPr>
        </p:nvSpPr>
        <p:spPr>
          <a:xfrm>
            <a:off x="736455" y="804969"/>
            <a:ext cx="9221689" cy="2922375"/>
          </a:xfrm>
        </p:spPr>
        <p:txBody>
          <a:bodyPr/>
          <a:lstStyle/>
          <a:p>
            <a:r>
              <a:rPr lang="fr-FR"/>
              <a:t>Modifiez le style du titre</a:t>
            </a:r>
            <a:endParaRPr lang="en-US" dirty="0"/>
          </a:p>
        </p:txBody>
      </p:sp>
      <p:sp>
        <p:nvSpPr>
          <p:cNvPr id="3" name="Text Placeholder 2"/>
          <p:cNvSpPr>
            <a:spLocks noGrp="1"/>
          </p:cNvSpPr>
          <p:nvPr>
            <p:ph type="body" idx="1"/>
          </p:nvPr>
        </p:nvSpPr>
        <p:spPr>
          <a:xfrm>
            <a:off x="736456" y="3706342"/>
            <a:ext cx="4523137" cy="1816421"/>
          </a:xfrm>
        </p:spPr>
        <p:txBody>
          <a:bodyPr anchor="b"/>
          <a:lstStyle>
            <a:lvl1pPr marL="0" indent="0">
              <a:buNone/>
              <a:defRPr sz="2806" b="1"/>
            </a:lvl1pPr>
            <a:lvl2pPr marL="534604" indent="0">
              <a:buNone/>
              <a:defRPr sz="2339" b="1"/>
            </a:lvl2pPr>
            <a:lvl3pPr marL="1069208" indent="0">
              <a:buNone/>
              <a:defRPr sz="2105" b="1"/>
            </a:lvl3pPr>
            <a:lvl4pPr marL="1603812" indent="0">
              <a:buNone/>
              <a:defRPr sz="1871" b="1"/>
            </a:lvl4pPr>
            <a:lvl5pPr marL="2138416" indent="0">
              <a:buNone/>
              <a:defRPr sz="1871" b="1"/>
            </a:lvl5pPr>
            <a:lvl6pPr marL="2673020" indent="0">
              <a:buNone/>
              <a:defRPr sz="1871" b="1"/>
            </a:lvl6pPr>
            <a:lvl7pPr marL="3207624" indent="0">
              <a:buNone/>
              <a:defRPr sz="1871" b="1"/>
            </a:lvl7pPr>
            <a:lvl8pPr marL="3742228" indent="0">
              <a:buNone/>
              <a:defRPr sz="1871" b="1"/>
            </a:lvl8pPr>
            <a:lvl9pPr marL="4276832" indent="0">
              <a:buNone/>
              <a:defRPr sz="1871" b="1"/>
            </a:lvl9pPr>
          </a:lstStyle>
          <a:p>
            <a:pPr lvl="0"/>
            <a:r>
              <a:rPr lang="fr-FR"/>
              <a:t>Cliquez pour modifier les styles du texte du masque</a:t>
            </a:r>
          </a:p>
        </p:txBody>
      </p:sp>
      <p:sp>
        <p:nvSpPr>
          <p:cNvPr id="4" name="Content Placeholder 3"/>
          <p:cNvSpPr>
            <a:spLocks noGrp="1"/>
          </p:cNvSpPr>
          <p:nvPr>
            <p:ph sz="half" idx="2"/>
          </p:nvPr>
        </p:nvSpPr>
        <p:spPr>
          <a:xfrm>
            <a:off x="736456" y="5522763"/>
            <a:ext cx="4523137" cy="8123152"/>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Text Placeholder 4"/>
          <p:cNvSpPr>
            <a:spLocks noGrp="1"/>
          </p:cNvSpPr>
          <p:nvPr>
            <p:ph type="body" sz="quarter" idx="3"/>
          </p:nvPr>
        </p:nvSpPr>
        <p:spPr>
          <a:xfrm>
            <a:off x="5412731" y="3706342"/>
            <a:ext cx="4545413" cy="1816421"/>
          </a:xfrm>
        </p:spPr>
        <p:txBody>
          <a:bodyPr anchor="b"/>
          <a:lstStyle>
            <a:lvl1pPr marL="0" indent="0">
              <a:buNone/>
              <a:defRPr sz="2806" b="1"/>
            </a:lvl1pPr>
            <a:lvl2pPr marL="534604" indent="0">
              <a:buNone/>
              <a:defRPr sz="2339" b="1"/>
            </a:lvl2pPr>
            <a:lvl3pPr marL="1069208" indent="0">
              <a:buNone/>
              <a:defRPr sz="2105" b="1"/>
            </a:lvl3pPr>
            <a:lvl4pPr marL="1603812" indent="0">
              <a:buNone/>
              <a:defRPr sz="1871" b="1"/>
            </a:lvl4pPr>
            <a:lvl5pPr marL="2138416" indent="0">
              <a:buNone/>
              <a:defRPr sz="1871" b="1"/>
            </a:lvl5pPr>
            <a:lvl6pPr marL="2673020" indent="0">
              <a:buNone/>
              <a:defRPr sz="1871" b="1"/>
            </a:lvl6pPr>
            <a:lvl7pPr marL="3207624" indent="0">
              <a:buNone/>
              <a:defRPr sz="1871" b="1"/>
            </a:lvl7pPr>
            <a:lvl8pPr marL="3742228" indent="0">
              <a:buNone/>
              <a:defRPr sz="1871" b="1"/>
            </a:lvl8pPr>
            <a:lvl9pPr marL="4276832" indent="0">
              <a:buNone/>
              <a:defRPr sz="1871" b="1"/>
            </a:lvl9pPr>
          </a:lstStyle>
          <a:p>
            <a:pPr lvl="0"/>
            <a:r>
              <a:rPr lang="fr-FR"/>
              <a:t>Cliquez pour modifier les styles du texte du masque</a:t>
            </a:r>
          </a:p>
        </p:txBody>
      </p:sp>
      <p:sp>
        <p:nvSpPr>
          <p:cNvPr id="6" name="Content Placeholder 5"/>
          <p:cNvSpPr>
            <a:spLocks noGrp="1"/>
          </p:cNvSpPr>
          <p:nvPr>
            <p:ph sz="quarter" idx="4"/>
          </p:nvPr>
        </p:nvSpPr>
        <p:spPr>
          <a:xfrm>
            <a:off x="5412731" y="5522763"/>
            <a:ext cx="4545413" cy="8123152"/>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Date Placeholder 6"/>
          <p:cNvSpPr>
            <a:spLocks noGrp="1"/>
          </p:cNvSpPr>
          <p:nvPr>
            <p:ph type="dt" sz="half" idx="10"/>
          </p:nvPr>
        </p:nvSpPr>
        <p:spPr/>
        <p:txBody>
          <a:bodyPr/>
          <a:lstStyle/>
          <a:p>
            <a:fld id="{4F500F00-1D35-254B-9117-3FE363B8C978}" type="datetimeFigureOut">
              <a:rPr lang="fr-CH" smtClean="0"/>
              <a:t>20.07.2026</a:t>
            </a:fld>
            <a:endParaRPr lang="fr-CH"/>
          </a:p>
        </p:txBody>
      </p:sp>
      <p:sp>
        <p:nvSpPr>
          <p:cNvPr id="8" name="Footer Placeholder 7"/>
          <p:cNvSpPr>
            <a:spLocks noGrp="1"/>
          </p:cNvSpPr>
          <p:nvPr>
            <p:ph type="ftr" sz="quarter" idx="11"/>
          </p:nvPr>
        </p:nvSpPr>
        <p:spPr/>
        <p:txBody>
          <a:bodyPr/>
          <a:lstStyle/>
          <a:p>
            <a:endParaRPr lang="fr-CH"/>
          </a:p>
        </p:txBody>
      </p:sp>
      <p:sp>
        <p:nvSpPr>
          <p:cNvPr id="9" name="Slide Number Placeholder 8"/>
          <p:cNvSpPr>
            <a:spLocks noGrp="1"/>
          </p:cNvSpPr>
          <p:nvPr>
            <p:ph type="sldNum" sz="quarter" idx="12"/>
          </p:nvPr>
        </p:nvSpPr>
        <p:spPr/>
        <p:txBody>
          <a:bodyPr/>
          <a:lstStyle/>
          <a:p>
            <a:fld id="{B21E756A-21A2-7C45-860C-89E44924FE31}" type="slidenum">
              <a:rPr lang="fr-CH" smtClean="0"/>
              <a:t>‹N°›</a:t>
            </a:fld>
            <a:endParaRPr lang="fr-CH"/>
          </a:p>
        </p:txBody>
      </p:sp>
    </p:spTree>
    <p:extLst>
      <p:ext uri="{BB962C8B-B14F-4D97-AF65-F5344CB8AC3E}">
        <p14:creationId xmlns:p14="http://schemas.microsoft.com/office/powerpoint/2010/main" val="102310444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Date Placeholder 2"/>
          <p:cNvSpPr>
            <a:spLocks noGrp="1"/>
          </p:cNvSpPr>
          <p:nvPr>
            <p:ph type="dt" sz="half" idx="10"/>
          </p:nvPr>
        </p:nvSpPr>
        <p:spPr/>
        <p:txBody>
          <a:bodyPr/>
          <a:lstStyle/>
          <a:p>
            <a:fld id="{4F500F00-1D35-254B-9117-3FE363B8C978}" type="datetimeFigureOut">
              <a:rPr lang="fr-CH" smtClean="0"/>
              <a:t>20.07.2026</a:t>
            </a:fld>
            <a:endParaRPr lang="fr-CH"/>
          </a:p>
        </p:txBody>
      </p:sp>
      <p:sp>
        <p:nvSpPr>
          <p:cNvPr id="4" name="Footer Placeholder 3"/>
          <p:cNvSpPr>
            <a:spLocks noGrp="1"/>
          </p:cNvSpPr>
          <p:nvPr>
            <p:ph type="ftr" sz="quarter" idx="11"/>
          </p:nvPr>
        </p:nvSpPr>
        <p:spPr/>
        <p:txBody>
          <a:bodyPr/>
          <a:lstStyle/>
          <a:p>
            <a:endParaRPr lang="fr-CH"/>
          </a:p>
        </p:txBody>
      </p:sp>
      <p:sp>
        <p:nvSpPr>
          <p:cNvPr id="5" name="Slide Number Placeholder 4"/>
          <p:cNvSpPr>
            <a:spLocks noGrp="1"/>
          </p:cNvSpPr>
          <p:nvPr>
            <p:ph type="sldNum" sz="quarter" idx="12"/>
          </p:nvPr>
        </p:nvSpPr>
        <p:spPr/>
        <p:txBody>
          <a:bodyPr/>
          <a:lstStyle/>
          <a:p>
            <a:fld id="{B21E756A-21A2-7C45-860C-89E44924FE31}" type="slidenum">
              <a:rPr lang="fr-CH" smtClean="0"/>
              <a:t>‹N°›</a:t>
            </a:fld>
            <a:endParaRPr lang="fr-CH"/>
          </a:p>
        </p:txBody>
      </p:sp>
    </p:spTree>
    <p:extLst>
      <p:ext uri="{BB962C8B-B14F-4D97-AF65-F5344CB8AC3E}">
        <p14:creationId xmlns:p14="http://schemas.microsoft.com/office/powerpoint/2010/main" val="365286393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F500F00-1D35-254B-9117-3FE363B8C978}" type="datetimeFigureOut">
              <a:rPr lang="fr-CH" smtClean="0"/>
              <a:t>20.07.2026</a:t>
            </a:fld>
            <a:endParaRPr lang="fr-CH"/>
          </a:p>
        </p:txBody>
      </p:sp>
      <p:sp>
        <p:nvSpPr>
          <p:cNvPr id="3" name="Footer Placeholder 2"/>
          <p:cNvSpPr>
            <a:spLocks noGrp="1"/>
          </p:cNvSpPr>
          <p:nvPr>
            <p:ph type="ftr" sz="quarter" idx="11"/>
          </p:nvPr>
        </p:nvSpPr>
        <p:spPr/>
        <p:txBody>
          <a:bodyPr/>
          <a:lstStyle/>
          <a:p>
            <a:endParaRPr lang="fr-CH"/>
          </a:p>
        </p:txBody>
      </p:sp>
      <p:sp>
        <p:nvSpPr>
          <p:cNvPr id="4" name="Slide Number Placeholder 3"/>
          <p:cNvSpPr>
            <a:spLocks noGrp="1"/>
          </p:cNvSpPr>
          <p:nvPr>
            <p:ph type="sldNum" sz="quarter" idx="12"/>
          </p:nvPr>
        </p:nvSpPr>
        <p:spPr/>
        <p:txBody>
          <a:bodyPr/>
          <a:lstStyle/>
          <a:p>
            <a:fld id="{B21E756A-21A2-7C45-860C-89E44924FE31}" type="slidenum">
              <a:rPr lang="fr-CH" smtClean="0"/>
              <a:t>‹N°›</a:t>
            </a:fld>
            <a:endParaRPr lang="fr-CH"/>
          </a:p>
        </p:txBody>
      </p:sp>
    </p:spTree>
    <p:extLst>
      <p:ext uri="{BB962C8B-B14F-4D97-AF65-F5344CB8AC3E}">
        <p14:creationId xmlns:p14="http://schemas.microsoft.com/office/powerpoint/2010/main" val="21194688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736455" y="1007957"/>
            <a:ext cx="3448388" cy="3527848"/>
          </a:xfrm>
        </p:spPr>
        <p:txBody>
          <a:bodyPr anchor="b"/>
          <a:lstStyle>
            <a:lvl1pPr>
              <a:defRPr sz="3742"/>
            </a:lvl1pPr>
          </a:lstStyle>
          <a:p>
            <a:r>
              <a:rPr lang="fr-FR"/>
              <a:t>Modifiez le style du titre</a:t>
            </a:r>
            <a:endParaRPr lang="en-US" dirty="0"/>
          </a:p>
        </p:txBody>
      </p:sp>
      <p:sp>
        <p:nvSpPr>
          <p:cNvPr id="3" name="Content Placeholder 2"/>
          <p:cNvSpPr>
            <a:spLocks noGrp="1"/>
          </p:cNvSpPr>
          <p:nvPr>
            <p:ph idx="1"/>
          </p:nvPr>
        </p:nvSpPr>
        <p:spPr>
          <a:xfrm>
            <a:off x="4545413" y="2176910"/>
            <a:ext cx="5412730" cy="10744538"/>
          </a:xfrm>
        </p:spPr>
        <p:txBody>
          <a:bodyPr/>
          <a:lstStyle>
            <a:lvl1pPr>
              <a:defRPr sz="3742"/>
            </a:lvl1pPr>
            <a:lvl2pPr>
              <a:defRPr sz="3274"/>
            </a:lvl2pPr>
            <a:lvl3pPr>
              <a:defRPr sz="2806"/>
            </a:lvl3pPr>
            <a:lvl4pPr>
              <a:defRPr sz="2339"/>
            </a:lvl4pPr>
            <a:lvl5pPr>
              <a:defRPr sz="2339"/>
            </a:lvl5pPr>
            <a:lvl6pPr>
              <a:defRPr sz="2339"/>
            </a:lvl6pPr>
            <a:lvl7pPr>
              <a:defRPr sz="2339"/>
            </a:lvl7pPr>
            <a:lvl8pPr>
              <a:defRPr sz="2339"/>
            </a:lvl8pPr>
            <a:lvl9pPr>
              <a:defRPr sz="2339"/>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Text Placeholder 3"/>
          <p:cNvSpPr>
            <a:spLocks noGrp="1"/>
          </p:cNvSpPr>
          <p:nvPr>
            <p:ph type="body" sz="half" idx="2"/>
          </p:nvPr>
        </p:nvSpPr>
        <p:spPr>
          <a:xfrm>
            <a:off x="736455" y="4535805"/>
            <a:ext cx="3448388" cy="8403140"/>
          </a:xfrm>
        </p:spPr>
        <p:txBody>
          <a:bodyPr/>
          <a:lstStyle>
            <a:lvl1pPr marL="0" indent="0">
              <a:buNone/>
              <a:defRPr sz="1871"/>
            </a:lvl1pPr>
            <a:lvl2pPr marL="534604" indent="0">
              <a:buNone/>
              <a:defRPr sz="1637"/>
            </a:lvl2pPr>
            <a:lvl3pPr marL="1069208" indent="0">
              <a:buNone/>
              <a:defRPr sz="1403"/>
            </a:lvl3pPr>
            <a:lvl4pPr marL="1603812" indent="0">
              <a:buNone/>
              <a:defRPr sz="1169"/>
            </a:lvl4pPr>
            <a:lvl5pPr marL="2138416" indent="0">
              <a:buNone/>
              <a:defRPr sz="1169"/>
            </a:lvl5pPr>
            <a:lvl6pPr marL="2673020" indent="0">
              <a:buNone/>
              <a:defRPr sz="1169"/>
            </a:lvl6pPr>
            <a:lvl7pPr marL="3207624" indent="0">
              <a:buNone/>
              <a:defRPr sz="1169"/>
            </a:lvl7pPr>
            <a:lvl8pPr marL="3742228" indent="0">
              <a:buNone/>
              <a:defRPr sz="1169"/>
            </a:lvl8pPr>
            <a:lvl9pPr marL="4276832" indent="0">
              <a:buNone/>
              <a:defRPr sz="1169"/>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fld id="{4F500F00-1D35-254B-9117-3FE363B8C978}" type="datetimeFigureOut">
              <a:rPr lang="fr-CH" smtClean="0"/>
              <a:t>20.07.2026</a:t>
            </a:fld>
            <a:endParaRPr lang="fr-CH"/>
          </a:p>
        </p:txBody>
      </p:sp>
      <p:sp>
        <p:nvSpPr>
          <p:cNvPr id="6" name="Footer Placeholder 5"/>
          <p:cNvSpPr>
            <a:spLocks noGrp="1"/>
          </p:cNvSpPr>
          <p:nvPr>
            <p:ph type="ftr" sz="quarter" idx="11"/>
          </p:nvPr>
        </p:nvSpPr>
        <p:spPr/>
        <p:txBody>
          <a:bodyPr/>
          <a:lstStyle/>
          <a:p>
            <a:endParaRPr lang="fr-CH"/>
          </a:p>
        </p:txBody>
      </p:sp>
      <p:sp>
        <p:nvSpPr>
          <p:cNvPr id="7" name="Slide Number Placeholder 6"/>
          <p:cNvSpPr>
            <a:spLocks noGrp="1"/>
          </p:cNvSpPr>
          <p:nvPr>
            <p:ph type="sldNum" sz="quarter" idx="12"/>
          </p:nvPr>
        </p:nvSpPr>
        <p:spPr/>
        <p:txBody>
          <a:bodyPr/>
          <a:lstStyle/>
          <a:p>
            <a:fld id="{B21E756A-21A2-7C45-860C-89E44924FE31}" type="slidenum">
              <a:rPr lang="fr-CH" smtClean="0"/>
              <a:t>‹N°›</a:t>
            </a:fld>
            <a:endParaRPr lang="fr-CH"/>
          </a:p>
        </p:txBody>
      </p:sp>
    </p:spTree>
    <p:extLst>
      <p:ext uri="{BB962C8B-B14F-4D97-AF65-F5344CB8AC3E}">
        <p14:creationId xmlns:p14="http://schemas.microsoft.com/office/powerpoint/2010/main" val="274784538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736455" y="1007957"/>
            <a:ext cx="3448388" cy="3527848"/>
          </a:xfrm>
        </p:spPr>
        <p:txBody>
          <a:bodyPr anchor="b"/>
          <a:lstStyle>
            <a:lvl1pPr>
              <a:defRPr sz="3742"/>
            </a:lvl1pPr>
          </a:lstStyle>
          <a:p>
            <a:r>
              <a:rPr lang="fr-FR"/>
              <a:t>Modifiez le style du titre</a:t>
            </a:r>
            <a:endParaRPr lang="en-US" dirty="0"/>
          </a:p>
        </p:txBody>
      </p:sp>
      <p:sp>
        <p:nvSpPr>
          <p:cNvPr id="3" name="Picture Placeholder 2"/>
          <p:cNvSpPr>
            <a:spLocks noGrp="1" noChangeAspect="1"/>
          </p:cNvSpPr>
          <p:nvPr>
            <p:ph type="pic" idx="1"/>
          </p:nvPr>
        </p:nvSpPr>
        <p:spPr>
          <a:xfrm>
            <a:off x="4545413" y="2176910"/>
            <a:ext cx="5412730" cy="10744538"/>
          </a:xfrm>
        </p:spPr>
        <p:txBody>
          <a:bodyPr anchor="t"/>
          <a:lstStyle>
            <a:lvl1pPr marL="0" indent="0">
              <a:buNone/>
              <a:defRPr sz="3742"/>
            </a:lvl1pPr>
            <a:lvl2pPr marL="534604" indent="0">
              <a:buNone/>
              <a:defRPr sz="3274"/>
            </a:lvl2pPr>
            <a:lvl3pPr marL="1069208" indent="0">
              <a:buNone/>
              <a:defRPr sz="2806"/>
            </a:lvl3pPr>
            <a:lvl4pPr marL="1603812" indent="0">
              <a:buNone/>
              <a:defRPr sz="2339"/>
            </a:lvl4pPr>
            <a:lvl5pPr marL="2138416" indent="0">
              <a:buNone/>
              <a:defRPr sz="2339"/>
            </a:lvl5pPr>
            <a:lvl6pPr marL="2673020" indent="0">
              <a:buNone/>
              <a:defRPr sz="2339"/>
            </a:lvl6pPr>
            <a:lvl7pPr marL="3207624" indent="0">
              <a:buNone/>
              <a:defRPr sz="2339"/>
            </a:lvl7pPr>
            <a:lvl8pPr marL="3742228" indent="0">
              <a:buNone/>
              <a:defRPr sz="2339"/>
            </a:lvl8pPr>
            <a:lvl9pPr marL="4276832" indent="0">
              <a:buNone/>
              <a:defRPr sz="2339"/>
            </a:lvl9pPr>
          </a:lstStyle>
          <a:p>
            <a:r>
              <a:rPr lang="fr-FR"/>
              <a:t>Cliquez sur l'icône pour ajouter une image</a:t>
            </a:r>
            <a:endParaRPr lang="en-US" dirty="0"/>
          </a:p>
        </p:txBody>
      </p:sp>
      <p:sp>
        <p:nvSpPr>
          <p:cNvPr id="4" name="Text Placeholder 3"/>
          <p:cNvSpPr>
            <a:spLocks noGrp="1"/>
          </p:cNvSpPr>
          <p:nvPr>
            <p:ph type="body" sz="half" idx="2"/>
          </p:nvPr>
        </p:nvSpPr>
        <p:spPr>
          <a:xfrm>
            <a:off x="736455" y="4535805"/>
            <a:ext cx="3448388" cy="8403140"/>
          </a:xfrm>
        </p:spPr>
        <p:txBody>
          <a:bodyPr/>
          <a:lstStyle>
            <a:lvl1pPr marL="0" indent="0">
              <a:buNone/>
              <a:defRPr sz="1871"/>
            </a:lvl1pPr>
            <a:lvl2pPr marL="534604" indent="0">
              <a:buNone/>
              <a:defRPr sz="1637"/>
            </a:lvl2pPr>
            <a:lvl3pPr marL="1069208" indent="0">
              <a:buNone/>
              <a:defRPr sz="1403"/>
            </a:lvl3pPr>
            <a:lvl4pPr marL="1603812" indent="0">
              <a:buNone/>
              <a:defRPr sz="1169"/>
            </a:lvl4pPr>
            <a:lvl5pPr marL="2138416" indent="0">
              <a:buNone/>
              <a:defRPr sz="1169"/>
            </a:lvl5pPr>
            <a:lvl6pPr marL="2673020" indent="0">
              <a:buNone/>
              <a:defRPr sz="1169"/>
            </a:lvl6pPr>
            <a:lvl7pPr marL="3207624" indent="0">
              <a:buNone/>
              <a:defRPr sz="1169"/>
            </a:lvl7pPr>
            <a:lvl8pPr marL="3742228" indent="0">
              <a:buNone/>
              <a:defRPr sz="1169"/>
            </a:lvl8pPr>
            <a:lvl9pPr marL="4276832" indent="0">
              <a:buNone/>
              <a:defRPr sz="1169"/>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fld id="{4F500F00-1D35-254B-9117-3FE363B8C978}" type="datetimeFigureOut">
              <a:rPr lang="fr-CH" smtClean="0"/>
              <a:t>20.07.2026</a:t>
            </a:fld>
            <a:endParaRPr lang="fr-CH"/>
          </a:p>
        </p:txBody>
      </p:sp>
      <p:sp>
        <p:nvSpPr>
          <p:cNvPr id="6" name="Footer Placeholder 5"/>
          <p:cNvSpPr>
            <a:spLocks noGrp="1"/>
          </p:cNvSpPr>
          <p:nvPr>
            <p:ph type="ftr" sz="quarter" idx="11"/>
          </p:nvPr>
        </p:nvSpPr>
        <p:spPr/>
        <p:txBody>
          <a:bodyPr/>
          <a:lstStyle/>
          <a:p>
            <a:endParaRPr lang="fr-CH"/>
          </a:p>
        </p:txBody>
      </p:sp>
      <p:sp>
        <p:nvSpPr>
          <p:cNvPr id="7" name="Slide Number Placeholder 6"/>
          <p:cNvSpPr>
            <a:spLocks noGrp="1"/>
          </p:cNvSpPr>
          <p:nvPr>
            <p:ph type="sldNum" sz="quarter" idx="12"/>
          </p:nvPr>
        </p:nvSpPr>
        <p:spPr/>
        <p:txBody>
          <a:bodyPr/>
          <a:lstStyle/>
          <a:p>
            <a:fld id="{B21E756A-21A2-7C45-860C-89E44924FE31}" type="slidenum">
              <a:rPr lang="fr-CH" smtClean="0"/>
              <a:t>‹N°›</a:t>
            </a:fld>
            <a:endParaRPr lang="fr-CH"/>
          </a:p>
        </p:txBody>
      </p:sp>
    </p:spTree>
    <p:extLst>
      <p:ext uri="{BB962C8B-B14F-4D97-AF65-F5344CB8AC3E}">
        <p14:creationId xmlns:p14="http://schemas.microsoft.com/office/powerpoint/2010/main" val="17527787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Vertical Text Placeholder 2"/>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4F500F00-1D35-254B-9117-3FE363B8C978}" type="datetimeFigureOut">
              <a:rPr lang="fr-CH" smtClean="0"/>
              <a:t>20.07.2026</a:t>
            </a:fld>
            <a:endParaRPr lang="fr-CH"/>
          </a:p>
        </p:txBody>
      </p:sp>
      <p:sp>
        <p:nvSpPr>
          <p:cNvPr id="5" name="Footer Placeholder 4"/>
          <p:cNvSpPr>
            <a:spLocks noGrp="1"/>
          </p:cNvSpPr>
          <p:nvPr>
            <p:ph type="ftr" sz="quarter" idx="11"/>
          </p:nvPr>
        </p:nvSpPr>
        <p:spPr/>
        <p:txBody>
          <a:bodyPr/>
          <a:lstStyle/>
          <a:p>
            <a:endParaRPr lang="fr-CH"/>
          </a:p>
        </p:txBody>
      </p:sp>
      <p:sp>
        <p:nvSpPr>
          <p:cNvPr id="6" name="Slide Number Placeholder 5"/>
          <p:cNvSpPr>
            <a:spLocks noGrp="1"/>
          </p:cNvSpPr>
          <p:nvPr>
            <p:ph type="sldNum" sz="quarter" idx="12"/>
          </p:nvPr>
        </p:nvSpPr>
        <p:spPr/>
        <p:txBody>
          <a:bodyPr/>
          <a:lstStyle/>
          <a:p>
            <a:fld id="{B21E756A-21A2-7C45-860C-89E44924FE31}" type="slidenum">
              <a:rPr lang="fr-CH" smtClean="0"/>
              <a:t>‹N°›</a:t>
            </a:fld>
            <a:endParaRPr lang="fr-CH"/>
          </a:p>
        </p:txBody>
      </p:sp>
    </p:spTree>
    <p:extLst>
      <p:ext uri="{BB962C8B-B14F-4D97-AF65-F5344CB8AC3E}">
        <p14:creationId xmlns:p14="http://schemas.microsoft.com/office/powerpoint/2010/main" val="16374532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651329" y="804966"/>
            <a:ext cx="2305422" cy="12812950"/>
          </a:xfrm>
        </p:spPr>
        <p:txBody>
          <a:bodyPr vert="eaVert"/>
          <a:lstStyle/>
          <a:p>
            <a:r>
              <a:rPr lang="fr-FR"/>
              <a:t>Modifiez le style du titre</a:t>
            </a:r>
            <a:endParaRPr lang="en-US" dirty="0"/>
          </a:p>
        </p:txBody>
      </p:sp>
      <p:sp>
        <p:nvSpPr>
          <p:cNvPr id="3" name="Vertical Text Placeholder 2"/>
          <p:cNvSpPr>
            <a:spLocks noGrp="1"/>
          </p:cNvSpPr>
          <p:nvPr>
            <p:ph type="body" orient="vert" idx="1"/>
          </p:nvPr>
        </p:nvSpPr>
        <p:spPr>
          <a:xfrm>
            <a:off x="735063" y="804966"/>
            <a:ext cx="6782619" cy="12812950"/>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4F500F00-1D35-254B-9117-3FE363B8C978}" type="datetimeFigureOut">
              <a:rPr lang="fr-CH" smtClean="0"/>
              <a:t>20.07.2026</a:t>
            </a:fld>
            <a:endParaRPr lang="fr-CH"/>
          </a:p>
        </p:txBody>
      </p:sp>
      <p:sp>
        <p:nvSpPr>
          <p:cNvPr id="5" name="Footer Placeholder 4"/>
          <p:cNvSpPr>
            <a:spLocks noGrp="1"/>
          </p:cNvSpPr>
          <p:nvPr>
            <p:ph type="ftr" sz="quarter" idx="11"/>
          </p:nvPr>
        </p:nvSpPr>
        <p:spPr/>
        <p:txBody>
          <a:bodyPr/>
          <a:lstStyle/>
          <a:p>
            <a:endParaRPr lang="fr-CH"/>
          </a:p>
        </p:txBody>
      </p:sp>
      <p:sp>
        <p:nvSpPr>
          <p:cNvPr id="6" name="Slide Number Placeholder 5"/>
          <p:cNvSpPr>
            <a:spLocks noGrp="1"/>
          </p:cNvSpPr>
          <p:nvPr>
            <p:ph type="sldNum" sz="quarter" idx="12"/>
          </p:nvPr>
        </p:nvSpPr>
        <p:spPr/>
        <p:txBody>
          <a:bodyPr/>
          <a:lstStyle/>
          <a:p>
            <a:fld id="{B21E756A-21A2-7C45-860C-89E44924FE31}" type="slidenum">
              <a:rPr lang="fr-CH" smtClean="0"/>
              <a:t>‹N°›</a:t>
            </a:fld>
            <a:endParaRPr lang="fr-CH"/>
          </a:p>
        </p:txBody>
      </p:sp>
    </p:spTree>
    <p:extLst>
      <p:ext uri="{BB962C8B-B14F-4D97-AF65-F5344CB8AC3E}">
        <p14:creationId xmlns:p14="http://schemas.microsoft.com/office/powerpoint/2010/main" val="344570447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35062" y="804969"/>
            <a:ext cx="9221689" cy="2922375"/>
          </a:xfrm>
          <a:prstGeom prst="rect">
            <a:avLst/>
          </a:prstGeom>
        </p:spPr>
        <p:txBody>
          <a:bodyPr vert="horz" lIns="91440" tIns="45720" rIns="91440" bIns="45720" rtlCol="0" anchor="ctr">
            <a:normAutofit/>
          </a:bodyPr>
          <a:lstStyle/>
          <a:p>
            <a:r>
              <a:rPr lang="fr-FR"/>
              <a:t>Modifiez le style du titre</a:t>
            </a:r>
            <a:endParaRPr lang="en-US" dirty="0"/>
          </a:p>
        </p:txBody>
      </p:sp>
      <p:sp>
        <p:nvSpPr>
          <p:cNvPr id="3" name="Text Placeholder 2"/>
          <p:cNvSpPr>
            <a:spLocks noGrp="1"/>
          </p:cNvSpPr>
          <p:nvPr>
            <p:ph type="body" idx="1"/>
          </p:nvPr>
        </p:nvSpPr>
        <p:spPr>
          <a:xfrm>
            <a:off x="735062" y="4024827"/>
            <a:ext cx="9221689" cy="9593089"/>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2"/>
          </p:nvPr>
        </p:nvSpPr>
        <p:spPr>
          <a:xfrm>
            <a:off x="735062" y="14013401"/>
            <a:ext cx="2405658" cy="804965"/>
          </a:xfrm>
          <a:prstGeom prst="rect">
            <a:avLst/>
          </a:prstGeom>
        </p:spPr>
        <p:txBody>
          <a:bodyPr vert="horz" lIns="91440" tIns="45720" rIns="91440" bIns="45720" rtlCol="0" anchor="ctr"/>
          <a:lstStyle>
            <a:lvl1pPr algn="l">
              <a:defRPr sz="1403">
                <a:solidFill>
                  <a:schemeClr val="tx1">
                    <a:tint val="82000"/>
                  </a:schemeClr>
                </a:solidFill>
              </a:defRPr>
            </a:lvl1pPr>
          </a:lstStyle>
          <a:p>
            <a:fld id="{4F500F00-1D35-254B-9117-3FE363B8C978}" type="datetimeFigureOut">
              <a:rPr lang="fr-CH" smtClean="0"/>
              <a:t>20.07.2026</a:t>
            </a:fld>
            <a:endParaRPr lang="fr-CH"/>
          </a:p>
        </p:txBody>
      </p:sp>
      <p:sp>
        <p:nvSpPr>
          <p:cNvPr id="5" name="Footer Placeholder 4"/>
          <p:cNvSpPr>
            <a:spLocks noGrp="1"/>
          </p:cNvSpPr>
          <p:nvPr>
            <p:ph type="ftr" sz="quarter" idx="3"/>
          </p:nvPr>
        </p:nvSpPr>
        <p:spPr>
          <a:xfrm>
            <a:off x="3541663" y="14013401"/>
            <a:ext cx="3608487" cy="804965"/>
          </a:xfrm>
          <a:prstGeom prst="rect">
            <a:avLst/>
          </a:prstGeom>
        </p:spPr>
        <p:txBody>
          <a:bodyPr vert="horz" lIns="91440" tIns="45720" rIns="91440" bIns="45720" rtlCol="0" anchor="ctr"/>
          <a:lstStyle>
            <a:lvl1pPr algn="ctr">
              <a:defRPr sz="1403">
                <a:solidFill>
                  <a:schemeClr val="tx1">
                    <a:tint val="82000"/>
                  </a:schemeClr>
                </a:solidFill>
              </a:defRPr>
            </a:lvl1pPr>
          </a:lstStyle>
          <a:p>
            <a:endParaRPr lang="fr-CH"/>
          </a:p>
        </p:txBody>
      </p:sp>
      <p:sp>
        <p:nvSpPr>
          <p:cNvPr id="6" name="Slide Number Placeholder 5"/>
          <p:cNvSpPr>
            <a:spLocks noGrp="1"/>
          </p:cNvSpPr>
          <p:nvPr>
            <p:ph type="sldNum" sz="quarter" idx="4"/>
          </p:nvPr>
        </p:nvSpPr>
        <p:spPr>
          <a:xfrm>
            <a:off x="7551093" y="14013401"/>
            <a:ext cx="2405658" cy="804965"/>
          </a:xfrm>
          <a:prstGeom prst="rect">
            <a:avLst/>
          </a:prstGeom>
        </p:spPr>
        <p:txBody>
          <a:bodyPr vert="horz" lIns="91440" tIns="45720" rIns="91440" bIns="45720" rtlCol="0" anchor="ctr"/>
          <a:lstStyle>
            <a:lvl1pPr algn="r">
              <a:defRPr sz="1403">
                <a:solidFill>
                  <a:schemeClr val="tx1">
                    <a:tint val="82000"/>
                  </a:schemeClr>
                </a:solidFill>
              </a:defRPr>
            </a:lvl1pPr>
          </a:lstStyle>
          <a:p>
            <a:fld id="{B21E756A-21A2-7C45-860C-89E44924FE31}" type="slidenum">
              <a:rPr lang="fr-CH" smtClean="0"/>
              <a:t>‹N°›</a:t>
            </a:fld>
            <a:endParaRPr lang="fr-CH"/>
          </a:p>
        </p:txBody>
      </p:sp>
    </p:spTree>
    <p:extLst>
      <p:ext uri="{BB962C8B-B14F-4D97-AF65-F5344CB8AC3E}">
        <p14:creationId xmlns:p14="http://schemas.microsoft.com/office/powerpoint/2010/main" val="46306622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1069208" rtl="0" eaLnBrk="1" latinLnBrk="0" hangingPunct="1">
        <a:lnSpc>
          <a:spcPct val="90000"/>
        </a:lnSpc>
        <a:spcBef>
          <a:spcPct val="0"/>
        </a:spcBef>
        <a:buNone/>
        <a:defRPr sz="5145" kern="1200">
          <a:solidFill>
            <a:schemeClr val="tx1"/>
          </a:solidFill>
          <a:latin typeface="+mj-lt"/>
          <a:ea typeface="+mj-ea"/>
          <a:cs typeface="+mj-cs"/>
        </a:defRPr>
      </a:lvl1pPr>
    </p:titleStyle>
    <p:bodyStyle>
      <a:lvl1pPr marL="267302" indent="-267302" algn="l" defTabSz="1069208" rtl="0" eaLnBrk="1" latinLnBrk="0" hangingPunct="1">
        <a:lnSpc>
          <a:spcPct val="90000"/>
        </a:lnSpc>
        <a:spcBef>
          <a:spcPts val="1169"/>
        </a:spcBef>
        <a:buFont typeface="Arial" panose="020B0604020202020204" pitchFamily="34" charset="0"/>
        <a:buChar char="•"/>
        <a:defRPr sz="3274" kern="1200">
          <a:solidFill>
            <a:schemeClr val="tx1"/>
          </a:solidFill>
          <a:latin typeface="+mn-lt"/>
          <a:ea typeface="+mn-ea"/>
          <a:cs typeface="+mn-cs"/>
        </a:defRPr>
      </a:lvl1pPr>
      <a:lvl2pPr marL="801906" indent="-267302" algn="l" defTabSz="1069208" rtl="0" eaLnBrk="1" latinLnBrk="0" hangingPunct="1">
        <a:lnSpc>
          <a:spcPct val="90000"/>
        </a:lnSpc>
        <a:spcBef>
          <a:spcPts val="585"/>
        </a:spcBef>
        <a:buFont typeface="Arial" panose="020B0604020202020204" pitchFamily="34" charset="0"/>
        <a:buChar char="•"/>
        <a:defRPr sz="2806" kern="1200">
          <a:solidFill>
            <a:schemeClr val="tx1"/>
          </a:solidFill>
          <a:latin typeface="+mn-lt"/>
          <a:ea typeface="+mn-ea"/>
          <a:cs typeface="+mn-cs"/>
        </a:defRPr>
      </a:lvl2pPr>
      <a:lvl3pPr marL="1336510" indent="-267302" algn="l" defTabSz="1069208" rtl="0" eaLnBrk="1" latinLnBrk="0" hangingPunct="1">
        <a:lnSpc>
          <a:spcPct val="90000"/>
        </a:lnSpc>
        <a:spcBef>
          <a:spcPts val="585"/>
        </a:spcBef>
        <a:buFont typeface="Arial" panose="020B0604020202020204" pitchFamily="34" charset="0"/>
        <a:buChar char="•"/>
        <a:defRPr sz="2339" kern="1200">
          <a:solidFill>
            <a:schemeClr val="tx1"/>
          </a:solidFill>
          <a:latin typeface="+mn-lt"/>
          <a:ea typeface="+mn-ea"/>
          <a:cs typeface="+mn-cs"/>
        </a:defRPr>
      </a:lvl3pPr>
      <a:lvl4pPr marL="1871114"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4pPr>
      <a:lvl5pPr marL="2405718"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5pPr>
      <a:lvl6pPr marL="2940322"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6pPr>
      <a:lvl7pPr marL="3474926"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7pPr>
      <a:lvl8pPr marL="4009530"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8pPr>
      <a:lvl9pPr marL="4544134"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9pPr>
    </p:bodyStyle>
    <p:otherStyle>
      <a:defPPr>
        <a:defRPr lang="en-US"/>
      </a:defPPr>
      <a:lvl1pPr marL="0" algn="l" defTabSz="1069208" rtl="0" eaLnBrk="1" latinLnBrk="0" hangingPunct="1">
        <a:defRPr sz="2105" kern="1200">
          <a:solidFill>
            <a:schemeClr val="tx1"/>
          </a:solidFill>
          <a:latin typeface="+mn-lt"/>
          <a:ea typeface="+mn-ea"/>
          <a:cs typeface="+mn-cs"/>
        </a:defRPr>
      </a:lvl1pPr>
      <a:lvl2pPr marL="534604" algn="l" defTabSz="1069208" rtl="0" eaLnBrk="1" latinLnBrk="0" hangingPunct="1">
        <a:defRPr sz="2105" kern="1200">
          <a:solidFill>
            <a:schemeClr val="tx1"/>
          </a:solidFill>
          <a:latin typeface="+mn-lt"/>
          <a:ea typeface="+mn-ea"/>
          <a:cs typeface="+mn-cs"/>
        </a:defRPr>
      </a:lvl2pPr>
      <a:lvl3pPr marL="1069208" algn="l" defTabSz="1069208" rtl="0" eaLnBrk="1" latinLnBrk="0" hangingPunct="1">
        <a:defRPr sz="2105" kern="1200">
          <a:solidFill>
            <a:schemeClr val="tx1"/>
          </a:solidFill>
          <a:latin typeface="+mn-lt"/>
          <a:ea typeface="+mn-ea"/>
          <a:cs typeface="+mn-cs"/>
        </a:defRPr>
      </a:lvl3pPr>
      <a:lvl4pPr marL="1603812" algn="l" defTabSz="1069208" rtl="0" eaLnBrk="1" latinLnBrk="0" hangingPunct="1">
        <a:defRPr sz="2105" kern="1200">
          <a:solidFill>
            <a:schemeClr val="tx1"/>
          </a:solidFill>
          <a:latin typeface="+mn-lt"/>
          <a:ea typeface="+mn-ea"/>
          <a:cs typeface="+mn-cs"/>
        </a:defRPr>
      </a:lvl4pPr>
      <a:lvl5pPr marL="2138416" algn="l" defTabSz="1069208" rtl="0" eaLnBrk="1" latinLnBrk="0" hangingPunct="1">
        <a:defRPr sz="2105" kern="1200">
          <a:solidFill>
            <a:schemeClr val="tx1"/>
          </a:solidFill>
          <a:latin typeface="+mn-lt"/>
          <a:ea typeface="+mn-ea"/>
          <a:cs typeface="+mn-cs"/>
        </a:defRPr>
      </a:lvl5pPr>
      <a:lvl6pPr marL="2673020" algn="l" defTabSz="1069208" rtl="0" eaLnBrk="1" latinLnBrk="0" hangingPunct="1">
        <a:defRPr sz="2105" kern="1200">
          <a:solidFill>
            <a:schemeClr val="tx1"/>
          </a:solidFill>
          <a:latin typeface="+mn-lt"/>
          <a:ea typeface="+mn-ea"/>
          <a:cs typeface="+mn-cs"/>
        </a:defRPr>
      </a:lvl6pPr>
      <a:lvl7pPr marL="3207624" algn="l" defTabSz="1069208" rtl="0" eaLnBrk="1" latinLnBrk="0" hangingPunct="1">
        <a:defRPr sz="2105" kern="1200">
          <a:solidFill>
            <a:schemeClr val="tx1"/>
          </a:solidFill>
          <a:latin typeface="+mn-lt"/>
          <a:ea typeface="+mn-ea"/>
          <a:cs typeface="+mn-cs"/>
        </a:defRPr>
      </a:lvl7pPr>
      <a:lvl8pPr marL="3742228" algn="l" defTabSz="1069208" rtl="0" eaLnBrk="1" latinLnBrk="0" hangingPunct="1">
        <a:defRPr sz="2105" kern="1200">
          <a:solidFill>
            <a:schemeClr val="tx1"/>
          </a:solidFill>
          <a:latin typeface="+mn-lt"/>
          <a:ea typeface="+mn-ea"/>
          <a:cs typeface="+mn-cs"/>
        </a:defRPr>
      </a:lvl8pPr>
      <a:lvl9pPr marL="4276832" algn="l" defTabSz="1069208" rtl="0" eaLnBrk="1" latinLnBrk="0" hangingPunct="1">
        <a:defRPr sz="210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jp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 5">
            <a:extLst>
              <a:ext uri="{FF2B5EF4-FFF2-40B4-BE49-F238E27FC236}">
                <a16:creationId xmlns:a16="http://schemas.microsoft.com/office/drawing/2014/main" id="{8489C005-B1B7-366E-ABE1-480BA577381E}"/>
              </a:ext>
            </a:extLst>
          </p:cNvPr>
          <p:cNvPicPr>
            <a:picLocks noChangeAspect="1"/>
          </p:cNvPicPr>
          <p:nvPr/>
        </p:nvPicPr>
        <p:blipFill>
          <a:blip r:embed="rId3"/>
          <a:stretch>
            <a:fillRect/>
          </a:stretch>
        </p:blipFill>
        <p:spPr>
          <a:xfrm>
            <a:off x="575812" y="9479307"/>
            <a:ext cx="9705296" cy="888004"/>
          </a:xfrm>
          <a:prstGeom prst="rect">
            <a:avLst/>
          </a:prstGeom>
        </p:spPr>
      </p:pic>
      <p:sp>
        <p:nvSpPr>
          <p:cNvPr id="7" name="ZoneTexte 6">
            <a:extLst>
              <a:ext uri="{FF2B5EF4-FFF2-40B4-BE49-F238E27FC236}">
                <a16:creationId xmlns:a16="http://schemas.microsoft.com/office/drawing/2014/main" id="{A0B852F2-88A6-6E75-FFB8-19AB74BD9C9A}"/>
              </a:ext>
            </a:extLst>
          </p:cNvPr>
          <p:cNvSpPr txBox="1"/>
          <p:nvPr/>
        </p:nvSpPr>
        <p:spPr>
          <a:xfrm>
            <a:off x="369125" y="3431733"/>
            <a:ext cx="4734732" cy="6340197"/>
          </a:xfrm>
          <a:prstGeom prst="rect">
            <a:avLst/>
          </a:prstGeom>
          <a:noFill/>
        </p:spPr>
        <p:txBody>
          <a:bodyPr wrap="square">
            <a:spAutoFit/>
          </a:bodyPr>
          <a:lstStyle/>
          <a:p>
            <a:r>
              <a:rPr lang="fr-CH" sz="1400" b="1" dirty="0">
                <a:effectLst/>
                <a:latin typeface="Arial" panose="020B0604020202020204" pitchFamily="34" charset="0"/>
                <a:cs typeface="Arial" panose="020B0604020202020204" pitchFamily="34" charset="0"/>
              </a:rPr>
              <a:t>Contexte</a:t>
            </a:r>
          </a:p>
          <a:p>
            <a:endParaRPr lang="fr-CH" sz="1400" dirty="0">
              <a:latin typeface="Arial" panose="020B0604020202020204" pitchFamily="34" charset="0"/>
              <a:cs typeface="Arial" panose="020B0604020202020204" pitchFamily="34" charset="0"/>
            </a:endParaRPr>
          </a:p>
          <a:p>
            <a:pPr algn="just"/>
            <a:r>
              <a:rPr lang="fr-CH" sz="1400" dirty="0">
                <a:latin typeface="Arial" panose="020B0604020202020204" pitchFamily="34" charset="0"/>
              </a:rPr>
              <a:t>Le pilotage de drones FPV en milieu obstrué (NLOS) se heurte à la faible pénétration des fréquences standards (2.4 et 5.8 GHz). Ce travail évalue la norme IEEE 802.11ah (Wi-Fi </a:t>
            </a:r>
            <a:r>
              <a:rPr lang="fr-CH" sz="1400" dirty="0" err="1">
                <a:latin typeface="Arial" panose="020B0604020202020204" pitchFamily="34" charset="0"/>
              </a:rPr>
              <a:t>HaLow</a:t>
            </a:r>
            <a:r>
              <a:rPr lang="fr-CH" sz="1400" dirty="0">
                <a:latin typeface="Arial" panose="020B0604020202020204" pitchFamily="34" charset="0"/>
              </a:rPr>
              <a:t>) pour améliorer la pénétration des obstacles physiques. Opérant sous le GHz, elle offre une portée kilométrique et une excellente pénétration à travers les structures en béton, tout en garantissant des débits de l’ordre du Mégabit par seconde, adaptés au flux vidéo.</a:t>
            </a:r>
          </a:p>
          <a:p>
            <a:pPr algn="just"/>
            <a:endParaRPr lang="fr-CH" sz="1400" dirty="0">
              <a:latin typeface="Arial" panose="020B0604020202020204" pitchFamily="34" charset="0"/>
              <a:cs typeface="Arial" panose="020B0604020202020204" pitchFamily="34" charset="0"/>
            </a:endParaRPr>
          </a:p>
          <a:p>
            <a:r>
              <a:rPr lang="fr-CH" sz="1400" b="1" dirty="0">
                <a:effectLst/>
                <a:latin typeface="Arial" panose="020B0604020202020204" pitchFamily="34" charset="0"/>
                <a:cs typeface="Arial" panose="020B0604020202020204" pitchFamily="34" charset="0"/>
              </a:rPr>
              <a:t>Objectifs</a:t>
            </a:r>
            <a:br>
              <a:rPr lang="fr-CH" sz="1400" b="1" dirty="0">
                <a:effectLst/>
                <a:latin typeface="Arial" panose="020B0604020202020204" pitchFamily="34" charset="0"/>
                <a:cs typeface="Arial" panose="020B0604020202020204" pitchFamily="34" charset="0"/>
              </a:rPr>
            </a:br>
            <a:endParaRPr lang="fr-CH" sz="1400" b="1" dirty="0">
              <a:effectLst/>
              <a:latin typeface="Arial" panose="020B0604020202020204" pitchFamily="34" charset="0"/>
              <a:cs typeface="Arial" panose="020B0604020202020204" pitchFamily="34" charset="0"/>
            </a:endParaRPr>
          </a:p>
          <a:p>
            <a:pPr algn="just"/>
            <a:r>
              <a:rPr lang="fr-FR" sz="1400" dirty="0">
                <a:latin typeface="Arial" panose="020B0604020202020204" pitchFamily="34" charset="0"/>
              </a:rPr>
              <a:t>L'objectif est de concevoir et de valider un prototype de transmission vidéo numérique basse latence sur le standard Wi-Fi </a:t>
            </a:r>
            <a:r>
              <a:rPr lang="fr-FR" sz="1400" dirty="0" err="1">
                <a:latin typeface="Arial" panose="020B0604020202020204" pitchFamily="34" charset="0"/>
              </a:rPr>
              <a:t>HaLow</a:t>
            </a:r>
            <a:r>
              <a:rPr lang="fr-FR" sz="1400" dirty="0">
                <a:latin typeface="Arial" panose="020B0604020202020204" pitchFamily="34" charset="0"/>
              </a:rPr>
              <a:t>. L'enjeu réside dans le contournement des lourdes contraintes temporelles des protocoles réseau classiques. Le projet cible une optimisation de la chaîne d'acquisition avec l’implémentation d'un pipeline vidéo de compression utilisant un codec intra-frame (MJPEG). Le système comporte le développement d'une passerelle en C pour le découpage des images à la volée, le forçage matériel de la Qualité de Service (QoS/EDCA) au niveau de la couche MAC, l’isolation d’un cœur et l’overclocking du processeur embarqué. Le but est de stabiliser le flux sous le seuil de viabilité fixé à 80 ms pour garantir un pilotage sûr.</a:t>
            </a:r>
            <a:endParaRPr lang="fr-CH" sz="1400" dirty="0">
              <a:latin typeface="Arial" panose="020B0604020202020204" pitchFamily="34" charset="0"/>
            </a:endParaRPr>
          </a:p>
        </p:txBody>
      </p:sp>
      <p:sp>
        <p:nvSpPr>
          <p:cNvPr id="9" name="ZoneTexte 8">
            <a:extLst>
              <a:ext uri="{FF2B5EF4-FFF2-40B4-BE49-F238E27FC236}">
                <a16:creationId xmlns:a16="http://schemas.microsoft.com/office/drawing/2014/main" id="{80EEB216-1A02-71A3-5126-92CBF051A5EF}"/>
              </a:ext>
            </a:extLst>
          </p:cNvPr>
          <p:cNvSpPr txBox="1"/>
          <p:nvPr/>
        </p:nvSpPr>
        <p:spPr>
          <a:xfrm>
            <a:off x="5345906" y="3431733"/>
            <a:ext cx="4935202" cy="6124754"/>
          </a:xfrm>
          <a:prstGeom prst="rect">
            <a:avLst/>
          </a:prstGeom>
          <a:noFill/>
        </p:spPr>
        <p:txBody>
          <a:bodyPr wrap="square">
            <a:spAutoFit/>
          </a:bodyPr>
          <a:lstStyle/>
          <a:p>
            <a:r>
              <a:rPr lang="fr-CH" sz="1400" b="1" dirty="0">
                <a:effectLst/>
                <a:latin typeface="Arial" panose="020B0604020202020204" pitchFamily="34" charset="0"/>
                <a:cs typeface="Arial" panose="020B0604020202020204" pitchFamily="34" charset="0"/>
              </a:rPr>
              <a:t>Résultats</a:t>
            </a:r>
          </a:p>
          <a:p>
            <a:endParaRPr lang="fr-CH" sz="1400" dirty="0">
              <a:latin typeface="Arial" panose="020B0604020202020204" pitchFamily="34" charset="0"/>
              <a:cs typeface="Arial" panose="020B0604020202020204" pitchFamily="34" charset="0"/>
            </a:endParaRPr>
          </a:p>
          <a:p>
            <a:pPr algn="just"/>
            <a:r>
              <a:rPr lang="fr-FR" sz="1400" dirty="0">
                <a:latin typeface="Arial" panose="020B0604020202020204" pitchFamily="34" charset="0"/>
                <a:cs typeface="Arial" panose="020B0604020202020204" pitchFamily="34" charset="0"/>
              </a:rPr>
              <a:t>Le développement sur l'écosystème Raspberry Pi et STM32 a permis d'éliminer les buffers de rétention réseau en configurant la liaison en UDP Unicast (MCS 1, canal 8 MHz) et en désactivant la veille de la puce radio (PSM). Le transport matériel pur (transfert SPI, encapsulation et vol RF) s'effectue en seulement 12.5 ms. L'analyse statistique de 79 échantillons réels (capturés à 240 FPS sur un affichage à 165 Hz) démontre une stabilité remarquable du flux vidéo (320x240, 60 FPS). La latence globale moyenne est de 40.1 ms (gigue = 6.4 ms). Nous observons des pics bas de 25 ms et des pics hauts de 60 ms. Lors des essais de portée dans les locaux de l'IICT, le retour vidéo est resté recevable à travers deux étages du bâtiment avec une puissance d’émission faible de 14dbm.</a:t>
            </a:r>
            <a:br>
              <a:rPr lang="fr-CH" sz="1400" dirty="0">
                <a:effectLst/>
                <a:latin typeface="Arial" panose="020B0604020202020204" pitchFamily="34" charset="0"/>
                <a:cs typeface="Arial" panose="020B0604020202020204" pitchFamily="34" charset="0"/>
              </a:rPr>
            </a:br>
            <a:endParaRPr lang="fr-CH" sz="1400" dirty="0">
              <a:effectLst/>
              <a:latin typeface="Arial" panose="020B0604020202020204" pitchFamily="34" charset="0"/>
              <a:cs typeface="Arial" panose="020B0604020202020204" pitchFamily="34" charset="0"/>
            </a:endParaRPr>
          </a:p>
          <a:p>
            <a:pPr algn="just"/>
            <a:r>
              <a:rPr lang="fr-CH" sz="1400" b="1" dirty="0">
                <a:effectLst/>
                <a:latin typeface="Arial" panose="020B0604020202020204" pitchFamily="34" charset="0"/>
                <a:cs typeface="Arial" panose="020B0604020202020204" pitchFamily="34" charset="0"/>
              </a:rPr>
              <a:t>Conclusion</a:t>
            </a:r>
          </a:p>
          <a:p>
            <a:endParaRPr lang="fr-CH" sz="1400" dirty="0">
              <a:effectLst/>
              <a:latin typeface="Arial" panose="020B0604020202020204" pitchFamily="34" charset="0"/>
              <a:cs typeface="Arial" panose="020B0604020202020204" pitchFamily="34" charset="0"/>
            </a:endParaRPr>
          </a:p>
          <a:p>
            <a:pPr algn="just"/>
            <a:r>
              <a:rPr lang="fr-FR" sz="1400" dirty="0">
                <a:latin typeface="Arial" panose="020B0604020202020204" pitchFamily="34" charset="0"/>
                <a:cs typeface="Arial" panose="020B0604020202020204" pitchFamily="34" charset="0"/>
              </a:rPr>
              <a:t>Ce travail de Bachelor valide définitivement la pertinence du standard Wi-Fi </a:t>
            </a:r>
            <a:r>
              <a:rPr lang="fr-FR" sz="1400" dirty="0" err="1">
                <a:latin typeface="Arial" panose="020B0604020202020204" pitchFamily="34" charset="0"/>
                <a:cs typeface="Arial" panose="020B0604020202020204" pitchFamily="34" charset="0"/>
              </a:rPr>
              <a:t>HaLow</a:t>
            </a:r>
            <a:r>
              <a:rPr lang="fr-FR" sz="1400" dirty="0">
                <a:latin typeface="Arial" panose="020B0604020202020204" pitchFamily="34" charset="0"/>
                <a:cs typeface="Arial" panose="020B0604020202020204" pitchFamily="34" charset="0"/>
              </a:rPr>
              <a:t> pour la transmission vidéo en temps réel. En optimisant l'intégralité de la pile logicielle, le prototype démontre qu'il est possible de combiner la robustesse physique permise par les basses fréquences avec la réactivité du FPV. En dépassant les objectifs initiaux, cette architecture ouvre de nouvelles perspectives pour l'exploration robotique et le sauvetage en milieux confinés et obstrués.</a:t>
            </a:r>
            <a:endParaRPr lang="fr-CH" sz="1400" dirty="0">
              <a:effectLst/>
              <a:latin typeface="Arial" panose="020B0604020202020204" pitchFamily="34" charset="0"/>
              <a:cs typeface="Arial" panose="020B0604020202020204" pitchFamily="34" charset="0"/>
            </a:endParaRPr>
          </a:p>
        </p:txBody>
      </p:sp>
      <p:sp>
        <p:nvSpPr>
          <p:cNvPr id="17" name="ZoneTexte 16">
            <a:extLst>
              <a:ext uri="{FF2B5EF4-FFF2-40B4-BE49-F238E27FC236}">
                <a16:creationId xmlns:a16="http://schemas.microsoft.com/office/drawing/2014/main" id="{DDDAFB9F-C0A8-D814-CDBB-F3E5A99787DB}"/>
              </a:ext>
            </a:extLst>
          </p:cNvPr>
          <p:cNvSpPr txBox="1"/>
          <p:nvPr/>
        </p:nvSpPr>
        <p:spPr>
          <a:xfrm>
            <a:off x="369125" y="1678111"/>
            <a:ext cx="9698618" cy="1753622"/>
          </a:xfrm>
          <a:prstGeom prst="rect">
            <a:avLst/>
          </a:prstGeom>
          <a:noFill/>
        </p:spPr>
        <p:txBody>
          <a:bodyPr wrap="square">
            <a:spAutoFit/>
          </a:bodyPr>
          <a:lstStyle/>
          <a:p>
            <a:pPr algn="ctr">
              <a:lnSpc>
                <a:spcPts val="6700"/>
              </a:lnSpc>
            </a:pPr>
            <a:r>
              <a:rPr lang="fr-FR" sz="5400" b="1" dirty="0">
                <a:latin typeface="Arial" panose="020B0604020202020204" pitchFamily="34" charset="0"/>
                <a:cs typeface="Arial" panose="020B0604020202020204" pitchFamily="34" charset="0"/>
              </a:rPr>
              <a:t>Transmission vidéo basse latence pour drone FPV</a:t>
            </a:r>
            <a:endParaRPr lang="fr-CH" sz="5400" b="1" dirty="0">
              <a:effectLst/>
              <a:latin typeface="Arial" panose="020B0604020202020204" pitchFamily="34" charset="0"/>
              <a:cs typeface="Arial" panose="020B0604020202020204" pitchFamily="34" charset="0"/>
            </a:endParaRPr>
          </a:p>
        </p:txBody>
      </p:sp>
      <p:sp>
        <p:nvSpPr>
          <p:cNvPr id="21" name="ZoneTexte 20">
            <a:extLst>
              <a:ext uri="{FF2B5EF4-FFF2-40B4-BE49-F238E27FC236}">
                <a16:creationId xmlns:a16="http://schemas.microsoft.com/office/drawing/2014/main" id="{EED0FE0E-2307-F6CC-211E-57F3F3F0A326}"/>
              </a:ext>
            </a:extLst>
          </p:cNvPr>
          <p:cNvSpPr txBox="1"/>
          <p:nvPr/>
        </p:nvSpPr>
        <p:spPr>
          <a:xfrm>
            <a:off x="4846089" y="391651"/>
            <a:ext cx="5346914" cy="1200329"/>
          </a:xfrm>
          <a:prstGeom prst="rect">
            <a:avLst/>
          </a:prstGeom>
          <a:noFill/>
        </p:spPr>
        <p:txBody>
          <a:bodyPr wrap="square">
            <a:spAutoFit/>
          </a:bodyPr>
          <a:lstStyle/>
          <a:p>
            <a:pPr algn="r"/>
            <a:r>
              <a:rPr lang="fr-CH" sz="2400" b="1" dirty="0">
                <a:effectLst/>
                <a:latin typeface="Arial" panose="020B0604020202020204" pitchFamily="34" charset="0"/>
                <a:cs typeface="Arial" panose="020B0604020202020204" pitchFamily="34" charset="0"/>
              </a:rPr>
              <a:t>Travail de </a:t>
            </a:r>
            <a:r>
              <a:rPr lang="fr-CH" sz="2400" b="1" dirty="0" err="1">
                <a:effectLst/>
                <a:latin typeface="Arial" panose="020B0604020202020204" pitchFamily="34" charset="0"/>
                <a:cs typeface="Arial" panose="020B0604020202020204" pitchFamily="34" charset="0"/>
              </a:rPr>
              <a:t>Bachelor</a:t>
            </a:r>
            <a:r>
              <a:rPr lang="fr-CH" sz="2400" b="1" dirty="0">
                <a:effectLst/>
                <a:latin typeface="Arial" panose="020B0604020202020204" pitchFamily="34" charset="0"/>
                <a:cs typeface="Arial" panose="020B0604020202020204" pitchFamily="34" charset="0"/>
              </a:rPr>
              <a:t> 2025</a:t>
            </a:r>
          </a:p>
          <a:p>
            <a:pPr algn="r"/>
            <a:r>
              <a:rPr lang="fr-CH" sz="2400" b="1" dirty="0">
                <a:effectLst/>
                <a:latin typeface="Arial" panose="020B0604020202020204" pitchFamily="34" charset="0"/>
                <a:cs typeface="Arial" panose="020B0604020202020204" pitchFamily="34" charset="0"/>
              </a:rPr>
              <a:t>Filière ISC</a:t>
            </a:r>
            <a:endParaRPr lang="fr-CH" sz="2400" dirty="0">
              <a:effectLst/>
              <a:latin typeface="Arial" panose="020B0604020202020204" pitchFamily="34" charset="0"/>
              <a:cs typeface="Arial" panose="020B0604020202020204" pitchFamily="34" charset="0"/>
            </a:endParaRPr>
          </a:p>
          <a:p>
            <a:pPr algn="r"/>
            <a:r>
              <a:rPr lang="fr-CH" sz="2400" b="1" dirty="0">
                <a:latin typeface="Arial" panose="020B0604020202020204" pitchFamily="34" charset="0"/>
                <a:cs typeface="Arial" panose="020B0604020202020204" pitchFamily="34" charset="0"/>
              </a:rPr>
              <a:t>Orientation ISCE </a:t>
            </a:r>
            <a:endParaRPr lang="fr-CH" sz="2400" dirty="0">
              <a:effectLst/>
              <a:latin typeface="Arial" panose="020B0604020202020204" pitchFamily="34" charset="0"/>
              <a:cs typeface="Arial" panose="020B0604020202020204" pitchFamily="34" charset="0"/>
            </a:endParaRPr>
          </a:p>
        </p:txBody>
      </p:sp>
      <p:sp>
        <p:nvSpPr>
          <p:cNvPr id="10" name="ZoneTexte 9">
            <a:extLst>
              <a:ext uri="{FF2B5EF4-FFF2-40B4-BE49-F238E27FC236}">
                <a16:creationId xmlns:a16="http://schemas.microsoft.com/office/drawing/2014/main" id="{4E6E7A1E-F358-1E55-B8BC-824286200B32}"/>
              </a:ext>
            </a:extLst>
          </p:cNvPr>
          <p:cNvSpPr txBox="1"/>
          <p:nvPr/>
        </p:nvSpPr>
        <p:spPr>
          <a:xfrm>
            <a:off x="410705" y="13662553"/>
            <a:ext cx="10765295" cy="1569660"/>
          </a:xfrm>
          <a:prstGeom prst="rect">
            <a:avLst/>
          </a:prstGeom>
          <a:noFill/>
        </p:spPr>
        <p:txBody>
          <a:bodyPr wrap="square" rtlCol="0">
            <a:spAutoFit/>
          </a:bodyPr>
          <a:lstStyle/>
          <a:p>
            <a:r>
              <a:rPr lang="fr-CH" sz="1200" dirty="0">
                <a:latin typeface="Arial" panose="020B0604020202020204" pitchFamily="34" charset="0"/>
                <a:cs typeface="Arial" panose="020B0604020202020204" pitchFamily="34" charset="0"/>
              </a:rPr>
              <a:t>Auteur: Nathan </a:t>
            </a:r>
            <a:r>
              <a:rPr lang="fr-CH" sz="1200" dirty="0" err="1">
                <a:latin typeface="Arial" panose="020B0604020202020204" pitchFamily="34" charset="0"/>
                <a:cs typeface="Arial" panose="020B0604020202020204" pitchFamily="34" charset="0"/>
              </a:rPr>
              <a:t>Tschantz</a:t>
            </a:r>
            <a:endParaRPr lang="fr-CH" sz="1200" dirty="0">
              <a:latin typeface="Arial" panose="020B0604020202020204" pitchFamily="34" charset="0"/>
              <a:cs typeface="Arial" panose="020B0604020202020204" pitchFamily="34" charset="0"/>
            </a:endParaRPr>
          </a:p>
          <a:p>
            <a:r>
              <a:rPr lang="fr-CH" sz="1200" dirty="0">
                <a:latin typeface="Arial" panose="020B0604020202020204" pitchFamily="34" charset="0"/>
                <a:cs typeface="Arial" panose="020B0604020202020204" pitchFamily="34" charset="0"/>
              </a:rPr>
              <a:t>Répondant externe: -</a:t>
            </a:r>
          </a:p>
          <a:p>
            <a:r>
              <a:rPr lang="fr-CH" sz="1200" dirty="0">
                <a:latin typeface="Arial" panose="020B0604020202020204" pitchFamily="34" charset="0"/>
                <a:cs typeface="Arial" panose="020B0604020202020204" pitchFamily="34" charset="0"/>
              </a:rPr>
              <a:t>Prof. responsable: Pierre </a:t>
            </a:r>
            <a:r>
              <a:rPr lang="fr-CH" sz="1200" dirty="0" err="1">
                <a:latin typeface="Arial" panose="020B0604020202020204" pitchFamily="34" charset="0"/>
                <a:cs typeface="Arial" panose="020B0604020202020204" pitchFamily="34" charset="0"/>
              </a:rPr>
              <a:t>Favrat</a:t>
            </a:r>
            <a:endParaRPr lang="fr-CH" sz="1200" dirty="0">
              <a:latin typeface="Arial" panose="020B0604020202020204" pitchFamily="34" charset="0"/>
              <a:cs typeface="Arial" panose="020B0604020202020204" pitchFamily="34" charset="0"/>
            </a:endParaRPr>
          </a:p>
          <a:p>
            <a:r>
              <a:rPr lang="fr-CH" sz="1200" dirty="0">
                <a:latin typeface="Arial" panose="020B0604020202020204" pitchFamily="34" charset="0"/>
                <a:cs typeface="Arial" panose="020B0604020202020204" pitchFamily="34" charset="0"/>
              </a:rPr>
              <a:t>Sujet proposé par: -</a:t>
            </a:r>
          </a:p>
          <a:p>
            <a:endParaRPr lang="fr-CH" sz="1200" dirty="0">
              <a:latin typeface="Arial" panose="020B0604020202020204" pitchFamily="34" charset="0"/>
              <a:cs typeface="Arial" panose="020B0604020202020204" pitchFamily="34" charset="0"/>
            </a:endParaRPr>
          </a:p>
          <a:p>
            <a:r>
              <a:rPr lang="fr-FR" sz="1200" b="1" spc="-10" dirty="0">
                <a:latin typeface="Arial"/>
                <a:cs typeface="Arial"/>
              </a:rPr>
              <a:t>										     </a:t>
            </a:r>
          </a:p>
          <a:p>
            <a:r>
              <a:rPr lang="fr-FR" sz="1200" b="1" spc="-10" dirty="0">
                <a:latin typeface="Arial"/>
                <a:cs typeface="Arial"/>
              </a:rPr>
              <a:t>										    HEIG-</a:t>
            </a:r>
            <a:r>
              <a:rPr lang="fr-FR" sz="1200" b="1" dirty="0">
                <a:latin typeface="Arial"/>
                <a:cs typeface="Arial"/>
              </a:rPr>
              <a:t>VD</a:t>
            </a:r>
            <a:r>
              <a:rPr lang="fr-FR" sz="1200" b="1" spc="-20" dirty="0">
                <a:latin typeface="Arial"/>
                <a:cs typeface="Arial"/>
              </a:rPr>
              <a:t> </a:t>
            </a:r>
            <a:r>
              <a:rPr lang="fr-FR" sz="1200" b="1" dirty="0">
                <a:latin typeface="Arial"/>
                <a:cs typeface="Arial"/>
              </a:rPr>
              <a:t>©</a:t>
            </a:r>
            <a:r>
              <a:rPr lang="fr-FR" sz="1200" b="1" spc="-15" dirty="0">
                <a:latin typeface="Arial"/>
                <a:cs typeface="Arial"/>
              </a:rPr>
              <a:t> </a:t>
            </a:r>
            <a:r>
              <a:rPr lang="fr-FR" sz="1200" b="1" dirty="0">
                <a:latin typeface="Arial"/>
                <a:cs typeface="Arial"/>
              </a:rPr>
              <a:t>2025</a:t>
            </a:r>
            <a:r>
              <a:rPr lang="fr-FR" sz="1200" b="1" spc="215" dirty="0">
                <a:latin typeface="Arial"/>
                <a:cs typeface="Arial"/>
              </a:rPr>
              <a:t> </a:t>
            </a:r>
            <a:r>
              <a:rPr lang="fr-FR" sz="1200" b="1" dirty="0">
                <a:latin typeface="Arial"/>
                <a:cs typeface="Arial"/>
              </a:rPr>
              <a:t>filière</a:t>
            </a:r>
            <a:r>
              <a:rPr lang="fr-FR" sz="1200" b="1" spc="-15" dirty="0">
                <a:latin typeface="Arial"/>
                <a:cs typeface="Arial"/>
              </a:rPr>
              <a:t> </a:t>
            </a:r>
            <a:r>
              <a:rPr lang="fr-FR" sz="1200" b="1" dirty="0">
                <a:latin typeface="Arial"/>
                <a:cs typeface="Arial"/>
              </a:rPr>
              <a:t>Informatique</a:t>
            </a:r>
            <a:r>
              <a:rPr lang="fr-FR" sz="1200" b="1" spc="-20" dirty="0">
                <a:latin typeface="Arial"/>
                <a:cs typeface="Arial"/>
              </a:rPr>
              <a:t> </a:t>
            </a:r>
            <a:r>
              <a:rPr lang="fr-FR" sz="1200" b="1" dirty="0">
                <a:latin typeface="Arial"/>
                <a:cs typeface="Arial"/>
              </a:rPr>
              <a:t>et</a:t>
            </a:r>
            <a:r>
              <a:rPr lang="fr-FR" sz="1200" b="1" spc="-15" dirty="0">
                <a:latin typeface="Arial"/>
                <a:cs typeface="Arial"/>
              </a:rPr>
              <a:t> </a:t>
            </a:r>
            <a:r>
              <a:rPr lang="fr-FR" sz="1200" b="1" dirty="0">
                <a:latin typeface="Arial"/>
                <a:cs typeface="Arial"/>
              </a:rPr>
              <a:t>systèmes</a:t>
            </a:r>
            <a:r>
              <a:rPr lang="fr-FR" sz="1200" b="1" spc="-20" dirty="0">
                <a:latin typeface="Arial"/>
                <a:cs typeface="Arial"/>
              </a:rPr>
              <a:t> </a:t>
            </a:r>
            <a:r>
              <a:rPr lang="fr-FR" sz="1200" b="1" dirty="0">
                <a:latin typeface="Arial"/>
                <a:cs typeface="Arial"/>
              </a:rPr>
              <a:t>de</a:t>
            </a:r>
            <a:r>
              <a:rPr lang="fr-FR" sz="1200" b="1" spc="-15" dirty="0">
                <a:latin typeface="Arial"/>
                <a:cs typeface="Arial"/>
              </a:rPr>
              <a:t> </a:t>
            </a:r>
            <a:r>
              <a:rPr lang="fr-FR" sz="1200" b="1" spc="-10" dirty="0">
                <a:latin typeface="Arial"/>
                <a:cs typeface="Arial"/>
              </a:rPr>
              <a:t>communication</a:t>
            </a:r>
            <a:endParaRPr lang="fr-FR" sz="1200" dirty="0">
              <a:latin typeface="Arial"/>
              <a:cs typeface="Arial"/>
            </a:endParaRPr>
          </a:p>
          <a:p>
            <a:endParaRPr lang="fr-FR" sz="1200" dirty="0">
              <a:latin typeface="Arial" panose="020B0604020202020204" pitchFamily="34" charset="0"/>
              <a:cs typeface="Arial" panose="020B0604020202020204" pitchFamily="34" charset="0"/>
            </a:endParaRPr>
          </a:p>
        </p:txBody>
      </p:sp>
      <p:pic>
        <p:nvPicPr>
          <p:cNvPr id="11" name="object 13">
            <a:extLst>
              <a:ext uri="{FF2B5EF4-FFF2-40B4-BE49-F238E27FC236}">
                <a16:creationId xmlns:a16="http://schemas.microsoft.com/office/drawing/2014/main" id="{A6E325AD-3E75-E389-E526-9328D2EAF8EA}"/>
              </a:ext>
            </a:extLst>
          </p:cNvPr>
          <p:cNvPicPr/>
          <p:nvPr/>
        </p:nvPicPr>
        <p:blipFill>
          <a:blip r:embed="rId4" cstate="print"/>
          <a:stretch>
            <a:fillRect/>
          </a:stretch>
        </p:blipFill>
        <p:spPr>
          <a:xfrm>
            <a:off x="8978145" y="13900829"/>
            <a:ext cx="1131178" cy="492939"/>
          </a:xfrm>
          <a:prstGeom prst="rect">
            <a:avLst/>
          </a:prstGeom>
        </p:spPr>
      </p:pic>
      <p:pic>
        <p:nvPicPr>
          <p:cNvPr id="14" name="Image 13" descr="Une image contenant Police, symbole, Graphique, logo&#10;&#10;Le contenu généré par l’IA peut être incorrect.">
            <a:extLst>
              <a:ext uri="{FF2B5EF4-FFF2-40B4-BE49-F238E27FC236}">
                <a16:creationId xmlns:a16="http://schemas.microsoft.com/office/drawing/2014/main" id="{1BC9B767-2F7F-3EDB-CF8A-32E6ABE3B2E4}"/>
              </a:ext>
            </a:extLst>
          </p:cNvPr>
          <p:cNvPicPr>
            <a:picLocks noChangeAspect="1"/>
          </p:cNvPicPr>
          <p:nvPr/>
        </p:nvPicPr>
        <p:blipFill>
          <a:blip r:embed="rId5"/>
          <a:stretch>
            <a:fillRect/>
          </a:stretch>
        </p:blipFill>
        <p:spPr>
          <a:xfrm>
            <a:off x="498810" y="471311"/>
            <a:ext cx="1417561" cy="1061593"/>
          </a:xfrm>
          <a:prstGeom prst="rect">
            <a:avLst/>
          </a:prstGeom>
        </p:spPr>
      </p:pic>
      <p:pic>
        <p:nvPicPr>
          <p:cNvPr id="3" name="Image 2">
            <a:extLst>
              <a:ext uri="{FF2B5EF4-FFF2-40B4-BE49-F238E27FC236}">
                <a16:creationId xmlns:a16="http://schemas.microsoft.com/office/drawing/2014/main" id="{65A50996-681B-B3AC-BA6C-13D01019B105}"/>
              </a:ext>
            </a:extLst>
          </p:cNvPr>
          <p:cNvPicPr>
            <a:picLocks noChangeAspect="1"/>
          </p:cNvPicPr>
          <p:nvPr/>
        </p:nvPicPr>
        <p:blipFill>
          <a:blip r:embed="rId6"/>
          <a:stretch>
            <a:fillRect/>
          </a:stretch>
        </p:blipFill>
        <p:spPr>
          <a:xfrm>
            <a:off x="2463041" y="10342326"/>
            <a:ext cx="5930838" cy="3558503"/>
          </a:xfrm>
          <a:prstGeom prst="rect">
            <a:avLst/>
          </a:prstGeom>
        </p:spPr>
      </p:pic>
    </p:spTree>
    <p:extLst>
      <p:ext uri="{BB962C8B-B14F-4D97-AF65-F5344CB8AC3E}">
        <p14:creationId xmlns:p14="http://schemas.microsoft.com/office/powerpoint/2010/main" val="722205724"/>
      </p:ext>
    </p:extLst>
  </p:cSld>
  <p:clrMapOvr>
    <a:masterClrMapping/>
  </p:clrMapOvr>
</p:sld>
</file>

<file path=ppt/theme/theme1.xml><?xml version="1.0" encoding="utf-8"?>
<a:theme xmlns:a="http://schemas.openxmlformats.org/drawingml/2006/main" name="Thème Office">
  <a:themeElements>
    <a:clrScheme name="Thème 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Thème 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EC62DBA19A99D043AFB3CC20C3C2E670" ma:contentTypeVersion="10" ma:contentTypeDescription="Crée un document." ma:contentTypeScope="" ma:versionID="b55a8119373ecb0daa87d7ce8a8ccc55">
  <xsd:schema xmlns:xsd="http://www.w3.org/2001/XMLSchema" xmlns:xs="http://www.w3.org/2001/XMLSchema" xmlns:p="http://schemas.microsoft.com/office/2006/metadata/properties" xmlns:ns1="http://schemas.microsoft.com/sharepoint/v3" targetNamespace="http://schemas.microsoft.com/office/2006/metadata/properties" ma:root="true" ma:fieldsID="7bbd885964a573671ecd10de83595bc4" ns1:_="">
    <xsd:import namespace="http://schemas.microsoft.com/sharepoint/v3"/>
    <xsd:element name="properties">
      <xsd:complexType>
        <xsd:sequence>
          <xsd:element name="documentManagement">
            <xsd:complexType>
              <xsd:all>
                <xsd:element ref="ns1:PublishingStartDate" minOccurs="0"/>
                <xsd:element ref="ns1:PublishingExpirationDat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PublishingStartDate" ma:index="4" nillable="true" ma:displayName="Date de début de planification" ma:description="" ma:internalName="PublishingStartDate">
      <xsd:simpleType>
        <xsd:restriction base="dms:Unknown"/>
      </xsd:simpleType>
    </xsd:element>
    <xsd:element name="PublishingExpirationDate" ma:index="5" nillable="true" ma:displayName="Date de fin de planification" ma:description="" ma:internalName="PublishingExpirationDat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6" ma:displayName="Type de contenu" ma:readOnly="true"/>
        <xsd:element ref="dc:title" minOccurs="0" maxOccurs="1" ma:index="3" ma:displayName="Titr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ublishingExpirationDate xmlns="http://schemas.microsoft.com/sharepoint/v3" xsi:nil="true"/>
    <PublishingStartDate xmlns="http://schemas.microsoft.com/sharepoint/v3" xsi:nil="true"/>
  </documentManagement>
</p:properties>
</file>

<file path=customXml/itemProps1.xml><?xml version="1.0" encoding="utf-8"?>
<ds:datastoreItem xmlns:ds="http://schemas.openxmlformats.org/officeDocument/2006/customXml" ds:itemID="{3FAAD471-60E3-4269-8F77-1FB8D65951AF}">
  <ds:schemaRefs>
    <ds:schemaRef ds:uri="http://schemas.microsoft.com/sharepoint/v3/contenttype/forms"/>
  </ds:schemaRefs>
</ds:datastoreItem>
</file>

<file path=customXml/itemProps2.xml><?xml version="1.0" encoding="utf-8"?>
<ds:datastoreItem xmlns:ds="http://schemas.openxmlformats.org/officeDocument/2006/customXml" ds:itemID="{04904543-D12C-45EA-8310-FF15BB5BF9B8}">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78925618-3156-4746-8B68-5C33F2AB0FD4}">
  <ds:schemaRefs>
    <ds:schemaRef ds:uri="http://schemas.microsoft.com/office/2006/metadata/properties"/>
    <ds:schemaRef ds:uri="http://schemas.microsoft.com/office/infopath/2007/PartnerControls"/>
    <ds:schemaRef ds:uri="http://schemas.microsoft.com/sharepoint/v3"/>
  </ds:schemaRefs>
</ds:datastoreItem>
</file>

<file path=docProps/app.xml><?xml version="1.0" encoding="utf-8"?>
<Properties xmlns="http://schemas.openxmlformats.org/officeDocument/2006/extended-properties" xmlns:vt="http://schemas.openxmlformats.org/officeDocument/2006/docPropsVTypes">
  <Template>Office Theme</Template>
  <TotalTime>0</TotalTime>
  <Words>510</Words>
  <Application>Microsoft Office PowerPoint</Application>
  <PresentationFormat>Personnalisé</PresentationFormat>
  <Paragraphs>24</Paragraphs>
  <Slides>1</Slides>
  <Notes>1</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1</vt:i4>
      </vt:variant>
    </vt:vector>
  </HeadingPairs>
  <TitlesOfParts>
    <vt:vector size="5" baseType="lpstr">
      <vt:lpstr>Aptos</vt:lpstr>
      <vt:lpstr>Aptos Display</vt:lpstr>
      <vt:lpstr>Arial</vt:lpstr>
      <vt:lpstr>Thème Office</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Grünig Naomy</dc:creator>
  <cp:lastModifiedBy>Nathan TSCHANTZ</cp:lastModifiedBy>
  <cp:revision>14</cp:revision>
  <dcterms:created xsi:type="dcterms:W3CDTF">2025-01-21T07:50:37Z</dcterms:created>
  <dcterms:modified xsi:type="dcterms:W3CDTF">2026-07-21T08:11:18Z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0x010100EC62DBA19A99D043AFB3CC20C3C2E670</vt:lpwstr>
  </property>
</Properties>
</file>